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코호트연구</a:t>
            </a:r>
            <a:r>
              <a:rPr lang="en-US" altLang="ko-KR" b="1" dirty="0"/>
              <a:t>-</a:t>
            </a:r>
            <a:r>
              <a:rPr lang="ko-KR" altLang="en-US" b="1" dirty="0"/>
              <a:t>예방의학강의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8660CF-1388-2C17-14E2-DA61D806A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599680"/>
            <a:ext cx="9612066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AAE583-2176-0CA4-66B0-B0989BF25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280548"/>
            <a:ext cx="10917174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DE4526-DEF5-DB2E-7EB3-599F57D38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94784"/>
            <a:ext cx="11383964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BD703A-23D5-BC68-C988-A55277E43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247206"/>
            <a:ext cx="11231542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F994EC-007D-98D3-4A95-36D26D6AC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81" y="652075"/>
            <a:ext cx="11193437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C3E941-C8F8-A81A-6983-1619BD9E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12" y="885470"/>
            <a:ext cx="11822175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EA0274-C825-27F4-1AE3-BD12F7D3E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5" y="875943"/>
            <a:ext cx="11241069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39624E-B555-D153-732F-615C4D958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190048"/>
            <a:ext cx="11117226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B30DC9-CE22-C42F-682B-8D8529D7D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518706"/>
            <a:ext cx="11164858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9938-90A9-099A-0230-1C2393D5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2F8E4AC-3486-2F13-A83B-AC1CBCFD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532996"/>
            <a:ext cx="11202963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84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D857D1-664C-F5FF-1445-A0FE06118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190048"/>
            <a:ext cx="11202963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391C5D9-6501-B80D-374E-C6FD8E968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166232"/>
            <a:ext cx="11050542" cy="65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85145F-60E9-8F82-EBF3-B1E8C28C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13" y="123363"/>
            <a:ext cx="11279174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71340E-74DF-DC2F-ED45-57E8FE983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142416"/>
            <a:ext cx="10707594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2D0119-CE8E-2D36-F78B-E46F74430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190048"/>
            <a:ext cx="11888859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B120AB-84F7-E0A2-8454-265CFB484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0" y="199574"/>
            <a:ext cx="11679280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8F7D82-1D46-0D9A-CC03-CB2FE1FC7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290074"/>
            <a:ext cx="11345858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94BC0A-E4E6-3DE4-5CF5-43DF4788E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752" y="0"/>
            <a:ext cx="71224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1AC4B0-C807-0E49-A850-FD4C5555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285311"/>
            <a:ext cx="11155332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D83A-D9B2-BB2E-B96F-6B292181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A8E47F-07BD-B277-5FC5-DED0CD3B1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9" y="0"/>
            <a:ext cx="10660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6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A3B1-F25B-36F8-1550-CC911E07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0B9F89-6D9C-32F1-0E3E-591C4451D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404390"/>
            <a:ext cx="11021963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81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7481-64AB-6B07-7AD4-F513B118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3FAAC3-7C50-351E-5B3D-B85E33D0F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4" y="366285"/>
            <a:ext cx="11336332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73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EA0B-1403-C117-114E-F459DBD4A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627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</Words>
  <Application>Microsoft Office PowerPoint</Application>
  <PresentationFormat>와이드스크린</PresentationFormat>
  <Paragraphs>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코호트연구-예방의학강의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4</cp:revision>
  <dcterms:created xsi:type="dcterms:W3CDTF">2025-05-21T01:49:46Z</dcterms:created>
  <dcterms:modified xsi:type="dcterms:W3CDTF">2025-07-08T05:08:50Z</dcterms:modified>
</cp:coreProperties>
</file>