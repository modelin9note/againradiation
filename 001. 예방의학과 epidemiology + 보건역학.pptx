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예방의학과 </a:t>
            </a:r>
            <a:r>
              <a:rPr lang="en-US" altLang="ko-KR" b="1" dirty="0"/>
              <a:t>epidemiology + </a:t>
            </a:r>
            <a:r>
              <a:rPr lang="ko-KR" altLang="en-US" b="1" dirty="0"/>
              <a:t>보건역학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819499-B540-2992-CD95-769972F08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05" y="1695208"/>
            <a:ext cx="708758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6B330D-F08A-245D-D640-A4E231A85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251969"/>
            <a:ext cx="11488753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FA85EE-A792-1DDD-7ADA-501EA87FA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494890"/>
            <a:ext cx="11079121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834CE4-4072-87E7-EB7E-A74645EDF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324" y="0"/>
            <a:ext cx="9837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60B4CF-3C6F-1CDB-C56F-1384ECC06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375811"/>
            <a:ext cx="11002911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53721D-380A-D1EA-10E1-D61C3E33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66" y="456785"/>
            <a:ext cx="11060068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6DB2B7-B977-4258-41F8-C8337F101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35" y="885470"/>
            <a:ext cx="9164329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63371D-F616-FECF-3AFC-0EB9B4513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62" y="347232"/>
            <a:ext cx="9145276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D24C56-93E5-65BF-A375-1CCA3D4E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704470"/>
            <a:ext cx="10974332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A077EA-307B-3B18-B987-419F63B96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95" y="247206"/>
            <a:ext cx="6516009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5F7932-BC51-37C4-9CB4-C8FBE61C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7" y="328180"/>
            <a:ext cx="11355385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648F5D-7ED3-BF67-AE5A-BEE152350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266258"/>
            <a:ext cx="10955279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A2E55F-F076-2A87-C5B8-BE4AB209B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5" y="318653"/>
            <a:ext cx="11784070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6C586A-14F9-9B75-59E1-21054BC53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247206"/>
            <a:ext cx="11002911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D0A7D0-2B8E-9B72-7549-DAC1F669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618733"/>
            <a:ext cx="11117226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F820A4-9D99-4BBF-09B8-AEC5CBD59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628259"/>
            <a:ext cx="11002911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85AC10-3A0E-82CA-A310-4587CA4A9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99548"/>
            <a:ext cx="11183911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F8DA22-5951-6847-BCCD-B35927DB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337706"/>
            <a:ext cx="10955279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</Words>
  <Application>Microsoft Office PowerPoint</Application>
  <PresentationFormat>와이드스크린</PresentationFormat>
  <Paragraphs>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1. 예방의학과 epidemiology + 보건역학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4</cp:revision>
  <dcterms:created xsi:type="dcterms:W3CDTF">2025-05-21T01:49:46Z</dcterms:created>
  <dcterms:modified xsi:type="dcterms:W3CDTF">2025-07-08T01:40:23Z</dcterms:modified>
</cp:coreProperties>
</file>