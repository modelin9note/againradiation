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/>
              <a:t> 예방의학 </a:t>
            </a:r>
            <a:r>
              <a:rPr lang="en-US" altLang="ko-KR" b="1" dirty="0"/>
              <a:t>3. </a:t>
            </a:r>
            <a:r>
              <a:rPr lang="ko-KR" altLang="en-US" b="1" dirty="0"/>
              <a:t>민감도</a:t>
            </a:r>
            <a:r>
              <a:rPr lang="en-US" altLang="ko-KR" b="1" dirty="0"/>
              <a:t>(sensitivity)</a:t>
            </a:r>
            <a:r>
              <a:rPr lang="ko-KR" altLang="en-US" b="1" dirty="0"/>
              <a:t>와 특이도</a:t>
            </a:r>
            <a:r>
              <a:rPr lang="en-US" altLang="ko-KR" b="1" dirty="0"/>
              <a:t>(specificity) + </a:t>
            </a:r>
            <a:r>
              <a:rPr lang="ko-KR" altLang="en-US" b="1" dirty="0"/>
              <a:t>보건역학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C23E93-4886-D336-B389-61407DB21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19" y="690180"/>
            <a:ext cx="9754961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783A14-5EBC-9828-FC20-A58C6AE02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51" y="590154"/>
            <a:ext cx="9659698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0D6B92-6BE5-DBE9-AF4D-A3617AF93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7" y="1195075"/>
            <a:ext cx="11355385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B1554D-FE33-4D94-EF40-B82CC556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1014075"/>
            <a:ext cx="9211961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44C4B5-62C1-F4CD-8188-468A951FE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80495"/>
            <a:ext cx="10869542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93990C-A32E-B706-8E3D-14B845135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56" y="147179"/>
            <a:ext cx="10307488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FC7DB65-C3A8-4A3E-BC92-58E82E0DCD1D}"/>
              </a:ext>
            </a:extLst>
          </p:cNvPr>
          <p:cNvSpPr/>
          <p:nvPr/>
        </p:nvSpPr>
        <p:spPr>
          <a:xfrm>
            <a:off x="470903" y="1671935"/>
            <a:ext cx="11250195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신뢰도 </a:t>
            </a:r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</a:t>
            </a:r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두상 크기를 측정하는 것</a:t>
            </a:r>
            <a:endParaRPr lang="en-US" altLang="ko-K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altLang="ko-KR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타당도 </a:t>
            </a:r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</a:t>
            </a:r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두상 크기가 지능과의 관계</a:t>
            </a:r>
            <a:endParaRPr lang="en-US" altLang="ko-K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A2DF4B-C820-8854-D000-A0856D65E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375811"/>
            <a:ext cx="11765017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AEABF5-7E91-8855-458D-7D5455751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0" y="161469"/>
            <a:ext cx="11707859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83FD1DD-9B1C-31AF-3849-D60F5B172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3" y="537759"/>
            <a:ext cx="10374173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D2D5AE-BB1E-D16D-1C68-CC3537787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08" y="142416"/>
            <a:ext cx="10088383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654765-89E2-BA50-0D6B-0EDA150FC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8" y="0"/>
            <a:ext cx="6961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AB37EB-71A1-338B-30EF-4CDD3A511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92" y="366285"/>
            <a:ext cx="10498015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9AA93D-C970-4317-1707-518476D03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90" y="123363"/>
            <a:ext cx="6773220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112C0A-845B-E711-3821-D51F3A601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194811"/>
            <a:ext cx="11050542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3AD-3235-7DEC-C7AB-7963EB6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7FB622-9FF1-E007-4FB7-043D78C3B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178" y="251969"/>
            <a:ext cx="8011643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49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4EC0-D362-A5BF-9878-1F0E5BD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ACF68E-DEBC-DA4C-421F-E3F683050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342469"/>
            <a:ext cx="11231542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8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BEC0-209B-B779-CE32-7B50BD8C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093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</Words>
  <Application>Microsoft Office PowerPoint</Application>
  <PresentationFormat>와이드스크린</PresentationFormat>
  <Paragraphs>4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 예방의학 3. 민감도(sensitivity)와 특이도(specificity) + 보건역학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2</cp:revision>
  <dcterms:created xsi:type="dcterms:W3CDTF">2025-05-21T01:49:46Z</dcterms:created>
  <dcterms:modified xsi:type="dcterms:W3CDTF">2025-07-08T02:01:17Z</dcterms:modified>
</cp:coreProperties>
</file>