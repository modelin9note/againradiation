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사망률</a:t>
            </a:r>
            <a:r>
              <a:rPr lang="en-US" altLang="ko-KR" b="1" dirty="0"/>
              <a:t>,</a:t>
            </a:r>
            <a:r>
              <a:rPr lang="ko-KR" altLang="en-US" b="1" dirty="0"/>
              <a:t>연령보정사망률</a:t>
            </a:r>
            <a:r>
              <a:rPr lang="en-US" altLang="ko-KR" b="1" dirty="0"/>
              <a:t>+</a:t>
            </a:r>
            <a:r>
              <a:rPr lang="ko-KR" altLang="en-US" b="1" dirty="0"/>
              <a:t>보건역학</a:t>
            </a:r>
            <a:r>
              <a:rPr lang="en-US" altLang="ko-KR" b="1" dirty="0"/>
              <a:t>,</a:t>
            </a:r>
            <a:r>
              <a:rPr lang="ko-KR" altLang="en-US" b="1" dirty="0"/>
              <a:t>공중보건학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CAB966-02AB-2098-41C2-AA08B9968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399627"/>
            <a:ext cx="11088647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593FD7-D816-1615-1985-59707F043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3" y="375811"/>
            <a:ext cx="11098174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A5220F-5382-8DD5-E8D0-72612680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40" y="85258"/>
            <a:ext cx="9269119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624944-9702-43B1-449F-5CD4EC229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101" y="1495155"/>
            <a:ext cx="4991797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EF7034-2334-BE1C-89A6-F6ECBEEFE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4" y="104311"/>
            <a:ext cx="11336332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CB8322-28C7-1CCF-0278-30163B566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812" y="1776182"/>
            <a:ext cx="4658375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CC0A51-75E2-B1C8-C6E1-4AB42CE0E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871180"/>
            <a:ext cx="11460174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78ACFE-6EB1-4DF6-0145-4B01027D5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1004549"/>
            <a:ext cx="6544588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5935CF-209A-EBED-79E5-BC7ED067B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13811"/>
            <a:ext cx="11050542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FB5ED8-71AB-674C-97C7-64C012CC8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290074"/>
            <a:ext cx="10631384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962F2A-0198-ABA4-1354-4AD8DCF14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9" y="280548"/>
            <a:ext cx="11079121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C7F250-5019-6492-550A-B39293057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90021"/>
            <a:ext cx="11145805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B0BC17-61A5-1A5D-57EE-3862A9780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351995"/>
            <a:ext cx="10945753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6FE39CA-18E4-8398-DA14-A8B108836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447259"/>
            <a:ext cx="10679015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A91FFE-DA8C-6820-5F04-309E62D7A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29" y="499653"/>
            <a:ext cx="10688542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4F081F-89F4-0251-A9A1-76CB7A8E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66" y="323416"/>
            <a:ext cx="10336067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BEC0-209B-B779-CE32-7B50BD8C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09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9</Words>
  <Application>Microsoft Office PowerPoint</Application>
  <PresentationFormat>와이드스크린</PresentationFormat>
  <Paragraphs>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4. 사망률,연령보정사망률+보건역학,공중보건학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3</cp:revision>
  <dcterms:created xsi:type="dcterms:W3CDTF">2025-05-21T01:49:46Z</dcterms:created>
  <dcterms:modified xsi:type="dcterms:W3CDTF">2025-07-08T04:53:39Z</dcterms:modified>
</cp:coreProperties>
</file>