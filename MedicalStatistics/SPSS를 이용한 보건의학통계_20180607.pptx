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3"/>
  </p:sldMasterIdLst>
  <p:sldIdLst>
    <p:sldId id="256" r:id="rId54"/>
    <p:sldId id="277" r:id="rId55"/>
    <p:sldId id="276" r:id="rId56"/>
    <p:sldId id="278" r:id="rId57"/>
    <p:sldId id="257" r:id="rId58"/>
    <p:sldId id="258" r:id="rId59"/>
    <p:sldId id="259" r:id="rId60"/>
    <p:sldId id="260" r:id="rId61"/>
    <p:sldId id="261" r:id="rId62"/>
    <p:sldId id="262" r:id="rId63"/>
    <p:sldId id="263" r:id="rId64"/>
    <p:sldId id="264" r:id="rId65"/>
    <p:sldId id="274" r:id="rId66"/>
    <p:sldId id="265" r:id="rId67"/>
    <p:sldId id="275" r:id="rId68"/>
    <p:sldId id="266" r:id="rId69"/>
    <p:sldId id="292" r:id="rId70"/>
    <p:sldId id="279" r:id="rId71"/>
    <p:sldId id="267" r:id="rId72"/>
    <p:sldId id="268" r:id="rId73"/>
    <p:sldId id="269" r:id="rId74"/>
    <p:sldId id="270" r:id="rId75"/>
    <p:sldId id="293" r:id="rId76"/>
    <p:sldId id="271" r:id="rId77"/>
    <p:sldId id="280" r:id="rId78"/>
    <p:sldId id="281" r:id="rId79"/>
    <p:sldId id="282" r:id="rId80"/>
    <p:sldId id="283" r:id="rId81"/>
    <p:sldId id="294" r:id="rId82"/>
    <p:sldId id="295" r:id="rId83"/>
    <p:sldId id="284" r:id="rId84"/>
    <p:sldId id="285" r:id="rId85"/>
    <p:sldId id="286" r:id="rId86"/>
    <p:sldId id="287" r:id="rId87"/>
    <p:sldId id="296" r:id="rId88"/>
    <p:sldId id="288" r:id="rId89"/>
    <p:sldId id="305" r:id="rId90"/>
    <p:sldId id="306" r:id="rId91"/>
    <p:sldId id="307" r:id="rId92"/>
    <p:sldId id="308" r:id="rId93"/>
    <p:sldId id="309" r:id="rId94"/>
    <p:sldId id="310" r:id="rId95"/>
    <p:sldId id="297" r:id="rId96"/>
    <p:sldId id="304" r:id="rId97"/>
    <p:sldId id="298" r:id="rId98"/>
    <p:sldId id="299" r:id="rId99"/>
    <p:sldId id="300" r:id="rId100"/>
    <p:sldId id="301" r:id="rId101"/>
    <p:sldId id="302" r:id="rId102"/>
    <p:sldId id="303" r:id="rId103"/>
    <p:sldId id="289" r:id="rId104"/>
    <p:sldId id="290" r:id="rId105"/>
    <p:sldId id="291" r:id="rId106"/>
    <p:sldId id="315" r:id="rId107"/>
    <p:sldId id="272" r:id="rId108"/>
    <p:sldId id="311" r:id="rId109"/>
    <p:sldId id="312" r:id="rId110"/>
    <p:sldId id="313" r:id="rId111"/>
    <p:sldId id="314" r:id="rId112"/>
    <p:sldId id="273" r:id="rId113"/>
    <p:sldId id="331" r:id="rId114"/>
    <p:sldId id="332" r:id="rId115"/>
    <p:sldId id="333" r:id="rId116"/>
    <p:sldId id="317" r:id="rId117"/>
    <p:sldId id="318" r:id="rId118"/>
    <p:sldId id="316" r:id="rId119"/>
    <p:sldId id="334" r:id="rId120"/>
    <p:sldId id="319" r:id="rId121"/>
    <p:sldId id="335" r:id="rId122"/>
    <p:sldId id="320" r:id="rId123"/>
    <p:sldId id="322" r:id="rId124"/>
    <p:sldId id="321" r:id="rId125"/>
    <p:sldId id="323" r:id="rId126"/>
    <p:sldId id="336" r:id="rId127"/>
    <p:sldId id="324" r:id="rId128"/>
    <p:sldId id="325" r:id="rId129"/>
    <p:sldId id="326" r:id="rId130"/>
    <p:sldId id="327" r:id="rId131"/>
    <p:sldId id="328" r:id="rId132"/>
    <p:sldId id="329" r:id="rId133"/>
    <p:sldId id="330" r:id="rId134"/>
    <p:sldId id="337" r:id="rId135"/>
    <p:sldId id="351" r:id="rId136"/>
    <p:sldId id="341" r:id="rId137"/>
    <p:sldId id="342" r:id="rId138"/>
    <p:sldId id="343" r:id="rId139"/>
    <p:sldId id="344" r:id="rId140"/>
    <p:sldId id="345" r:id="rId141"/>
    <p:sldId id="346" r:id="rId142"/>
    <p:sldId id="347" r:id="rId143"/>
    <p:sldId id="348" r:id="rId144"/>
    <p:sldId id="349" r:id="rId145"/>
    <p:sldId id="350" r:id="rId146"/>
    <p:sldId id="338" r:id="rId1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080" y="1284"/>
      </p:cViewPr>
      <p:guideLst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117" Type="http://schemas.openxmlformats.org/officeDocument/2006/relationships/slide" Target="slides/slide64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slide" Target="slides/slide10.xml"/><Relationship Id="rId68" Type="http://schemas.openxmlformats.org/officeDocument/2006/relationships/slide" Target="slides/slide15.xml"/><Relationship Id="rId84" Type="http://schemas.openxmlformats.org/officeDocument/2006/relationships/slide" Target="slides/slide31.xml"/><Relationship Id="rId89" Type="http://schemas.openxmlformats.org/officeDocument/2006/relationships/slide" Target="slides/slide36.xml"/><Relationship Id="rId112" Type="http://schemas.openxmlformats.org/officeDocument/2006/relationships/slide" Target="slides/slide59.xml"/><Relationship Id="rId133" Type="http://schemas.openxmlformats.org/officeDocument/2006/relationships/slide" Target="slides/slide80.xml"/><Relationship Id="rId138" Type="http://schemas.openxmlformats.org/officeDocument/2006/relationships/slide" Target="slides/slide85.xml"/><Relationship Id="rId16" Type="http://schemas.openxmlformats.org/officeDocument/2006/relationships/customXml" Target="../customXml/item16.xml"/><Relationship Id="rId107" Type="http://schemas.openxmlformats.org/officeDocument/2006/relationships/slide" Target="slides/slide54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slideMaster" Target="slideMasters/slideMaster1.xml"/><Relationship Id="rId58" Type="http://schemas.openxmlformats.org/officeDocument/2006/relationships/slide" Target="slides/slide5.xml"/><Relationship Id="rId74" Type="http://schemas.openxmlformats.org/officeDocument/2006/relationships/slide" Target="slides/slide21.xml"/><Relationship Id="rId79" Type="http://schemas.openxmlformats.org/officeDocument/2006/relationships/slide" Target="slides/slide26.xml"/><Relationship Id="rId102" Type="http://schemas.openxmlformats.org/officeDocument/2006/relationships/slide" Target="slides/slide49.xml"/><Relationship Id="rId123" Type="http://schemas.openxmlformats.org/officeDocument/2006/relationships/slide" Target="slides/slide70.xml"/><Relationship Id="rId128" Type="http://schemas.openxmlformats.org/officeDocument/2006/relationships/slide" Target="slides/slide75.xml"/><Relationship Id="rId144" Type="http://schemas.openxmlformats.org/officeDocument/2006/relationships/slide" Target="slides/slide91.xml"/><Relationship Id="rId149" Type="http://schemas.openxmlformats.org/officeDocument/2006/relationships/viewProps" Target="viewProps.xml"/><Relationship Id="rId5" Type="http://schemas.openxmlformats.org/officeDocument/2006/relationships/customXml" Target="../customXml/item5.xml"/><Relationship Id="rId90" Type="http://schemas.openxmlformats.org/officeDocument/2006/relationships/slide" Target="slides/slide37.xml"/><Relationship Id="rId95" Type="http://schemas.openxmlformats.org/officeDocument/2006/relationships/slide" Target="slides/slide42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slide" Target="slides/slide11.xml"/><Relationship Id="rId69" Type="http://schemas.openxmlformats.org/officeDocument/2006/relationships/slide" Target="slides/slide16.xml"/><Relationship Id="rId113" Type="http://schemas.openxmlformats.org/officeDocument/2006/relationships/slide" Target="slides/slide60.xml"/><Relationship Id="rId118" Type="http://schemas.openxmlformats.org/officeDocument/2006/relationships/slide" Target="slides/slide65.xml"/><Relationship Id="rId134" Type="http://schemas.openxmlformats.org/officeDocument/2006/relationships/slide" Target="slides/slide81.xml"/><Relationship Id="rId139" Type="http://schemas.openxmlformats.org/officeDocument/2006/relationships/slide" Target="slides/slide86.xml"/><Relationship Id="rId80" Type="http://schemas.openxmlformats.org/officeDocument/2006/relationships/slide" Target="slides/slide27.xml"/><Relationship Id="rId85" Type="http://schemas.openxmlformats.org/officeDocument/2006/relationships/slide" Target="slides/slide32.xml"/><Relationship Id="rId150" Type="http://schemas.openxmlformats.org/officeDocument/2006/relationships/theme" Target="theme/theme1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slide" Target="slides/slide6.xml"/><Relationship Id="rId67" Type="http://schemas.openxmlformats.org/officeDocument/2006/relationships/slide" Target="slides/slide14.xml"/><Relationship Id="rId103" Type="http://schemas.openxmlformats.org/officeDocument/2006/relationships/slide" Target="slides/slide50.xml"/><Relationship Id="rId108" Type="http://schemas.openxmlformats.org/officeDocument/2006/relationships/slide" Target="slides/slide55.xml"/><Relationship Id="rId116" Type="http://schemas.openxmlformats.org/officeDocument/2006/relationships/slide" Target="slides/slide63.xml"/><Relationship Id="rId124" Type="http://schemas.openxmlformats.org/officeDocument/2006/relationships/slide" Target="slides/slide71.xml"/><Relationship Id="rId129" Type="http://schemas.openxmlformats.org/officeDocument/2006/relationships/slide" Target="slides/slide76.xml"/><Relationship Id="rId137" Type="http://schemas.openxmlformats.org/officeDocument/2006/relationships/slide" Target="slides/slide84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slide" Target="slides/slide1.xml"/><Relationship Id="rId62" Type="http://schemas.openxmlformats.org/officeDocument/2006/relationships/slide" Target="slides/slide9.xml"/><Relationship Id="rId70" Type="http://schemas.openxmlformats.org/officeDocument/2006/relationships/slide" Target="slides/slide17.xml"/><Relationship Id="rId75" Type="http://schemas.openxmlformats.org/officeDocument/2006/relationships/slide" Target="slides/slide22.xml"/><Relationship Id="rId83" Type="http://schemas.openxmlformats.org/officeDocument/2006/relationships/slide" Target="slides/slide30.xml"/><Relationship Id="rId88" Type="http://schemas.openxmlformats.org/officeDocument/2006/relationships/slide" Target="slides/slide35.xml"/><Relationship Id="rId91" Type="http://schemas.openxmlformats.org/officeDocument/2006/relationships/slide" Target="slides/slide38.xml"/><Relationship Id="rId96" Type="http://schemas.openxmlformats.org/officeDocument/2006/relationships/slide" Target="slides/slide43.xml"/><Relationship Id="rId111" Type="http://schemas.openxmlformats.org/officeDocument/2006/relationships/slide" Target="slides/slide58.xml"/><Relationship Id="rId132" Type="http://schemas.openxmlformats.org/officeDocument/2006/relationships/slide" Target="slides/slide79.xml"/><Relationship Id="rId140" Type="http://schemas.openxmlformats.org/officeDocument/2006/relationships/slide" Target="slides/slide87.xml"/><Relationship Id="rId145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slide" Target="slides/slide4.xml"/><Relationship Id="rId106" Type="http://schemas.openxmlformats.org/officeDocument/2006/relationships/slide" Target="slides/slide53.xml"/><Relationship Id="rId114" Type="http://schemas.openxmlformats.org/officeDocument/2006/relationships/slide" Target="slides/slide61.xml"/><Relationship Id="rId119" Type="http://schemas.openxmlformats.org/officeDocument/2006/relationships/slide" Target="slides/slide66.xml"/><Relationship Id="rId127" Type="http://schemas.openxmlformats.org/officeDocument/2006/relationships/slide" Target="slides/slide74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ustomXml" Target="../customXml/item52.xml"/><Relationship Id="rId60" Type="http://schemas.openxmlformats.org/officeDocument/2006/relationships/slide" Target="slides/slide7.xml"/><Relationship Id="rId65" Type="http://schemas.openxmlformats.org/officeDocument/2006/relationships/slide" Target="slides/slide12.xml"/><Relationship Id="rId73" Type="http://schemas.openxmlformats.org/officeDocument/2006/relationships/slide" Target="slides/slide20.xml"/><Relationship Id="rId78" Type="http://schemas.openxmlformats.org/officeDocument/2006/relationships/slide" Target="slides/slide25.xml"/><Relationship Id="rId81" Type="http://schemas.openxmlformats.org/officeDocument/2006/relationships/slide" Target="slides/slide28.xml"/><Relationship Id="rId86" Type="http://schemas.openxmlformats.org/officeDocument/2006/relationships/slide" Target="slides/slide33.xml"/><Relationship Id="rId94" Type="http://schemas.openxmlformats.org/officeDocument/2006/relationships/slide" Target="slides/slide41.xml"/><Relationship Id="rId99" Type="http://schemas.openxmlformats.org/officeDocument/2006/relationships/slide" Target="slides/slide46.xml"/><Relationship Id="rId101" Type="http://schemas.openxmlformats.org/officeDocument/2006/relationships/slide" Target="slides/slide48.xml"/><Relationship Id="rId122" Type="http://schemas.openxmlformats.org/officeDocument/2006/relationships/slide" Target="slides/slide69.xml"/><Relationship Id="rId130" Type="http://schemas.openxmlformats.org/officeDocument/2006/relationships/slide" Target="slides/slide77.xml"/><Relationship Id="rId135" Type="http://schemas.openxmlformats.org/officeDocument/2006/relationships/slide" Target="slides/slide82.xml"/><Relationship Id="rId143" Type="http://schemas.openxmlformats.org/officeDocument/2006/relationships/slide" Target="slides/slide90.xml"/><Relationship Id="rId148" Type="http://schemas.openxmlformats.org/officeDocument/2006/relationships/presProps" Target="presProps.xml"/><Relationship Id="rId15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109" Type="http://schemas.openxmlformats.org/officeDocument/2006/relationships/slide" Target="slides/slide56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slide" Target="slides/slide2.xml"/><Relationship Id="rId76" Type="http://schemas.openxmlformats.org/officeDocument/2006/relationships/slide" Target="slides/slide23.xml"/><Relationship Id="rId97" Type="http://schemas.openxmlformats.org/officeDocument/2006/relationships/slide" Target="slides/slide44.xml"/><Relationship Id="rId104" Type="http://schemas.openxmlformats.org/officeDocument/2006/relationships/slide" Target="slides/slide51.xml"/><Relationship Id="rId120" Type="http://schemas.openxmlformats.org/officeDocument/2006/relationships/slide" Target="slides/slide67.xml"/><Relationship Id="rId125" Type="http://schemas.openxmlformats.org/officeDocument/2006/relationships/slide" Target="slides/slide72.xml"/><Relationship Id="rId141" Type="http://schemas.openxmlformats.org/officeDocument/2006/relationships/slide" Target="slides/slide88.xml"/><Relationship Id="rId146" Type="http://schemas.openxmlformats.org/officeDocument/2006/relationships/slide" Target="slides/slide93.xml"/><Relationship Id="rId7" Type="http://schemas.openxmlformats.org/officeDocument/2006/relationships/customXml" Target="../customXml/item7.xml"/><Relationship Id="rId71" Type="http://schemas.openxmlformats.org/officeDocument/2006/relationships/slide" Target="slides/slide18.xml"/><Relationship Id="rId92" Type="http://schemas.openxmlformats.org/officeDocument/2006/relationships/slide" Target="slides/slide39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slide" Target="slides/slide13.xml"/><Relationship Id="rId87" Type="http://schemas.openxmlformats.org/officeDocument/2006/relationships/slide" Target="slides/slide34.xml"/><Relationship Id="rId110" Type="http://schemas.openxmlformats.org/officeDocument/2006/relationships/slide" Target="slides/slide57.xml"/><Relationship Id="rId115" Type="http://schemas.openxmlformats.org/officeDocument/2006/relationships/slide" Target="slides/slide62.xml"/><Relationship Id="rId131" Type="http://schemas.openxmlformats.org/officeDocument/2006/relationships/slide" Target="slides/slide78.xml"/><Relationship Id="rId136" Type="http://schemas.openxmlformats.org/officeDocument/2006/relationships/slide" Target="slides/slide83.xml"/><Relationship Id="rId61" Type="http://schemas.openxmlformats.org/officeDocument/2006/relationships/slide" Target="slides/slide8.xml"/><Relationship Id="rId82" Type="http://schemas.openxmlformats.org/officeDocument/2006/relationships/slide" Target="slides/slide29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slide" Target="slides/slide3.xml"/><Relationship Id="rId77" Type="http://schemas.openxmlformats.org/officeDocument/2006/relationships/slide" Target="slides/slide24.xml"/><Relationship Id="rId100" Type="http://schemas.openxmlformats.org/officeDocument/2006/relationships/slide" Target="slides/slide47.xml"/><Relationship Id="rId105" Type="http://schemas.openxmlformats.org/officeDocument/2006/relationships/slide" Target="slides/slide52.xml"/><Relationship Id="rId126" Type="http://schemas.openxmlformats.org/officeDocument/2006/relationships/slide" Target="slides/slide73.xml"/><Relationship Id="rId147" Type="http://schemas.openxmlformats.org/officeDocument/2006/relationships/slide" Target="slides/slide94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slide" Target="slides/slide19.xml"/><Relationship Id="rId93" Type="http://schemas.openxmlformats.org/officeDocument/2006/relationships/slide" Target="slides/slide40.xml"/><Relationship Id="rId98" Type="http://schemas.openxmlformats.org/officeDocument/2006/relationships/slide" Target="slides/slide45.xml"/><Relationship Id="rId121" Type="http://schemas.openxmlformats.org/officeDocument/2006/relationships/slide" Target="slides/slide68.xml"/><Relationship Id="rId142" Type="http://schemas.openxmlformats.org/officeDocument/2006/relationships/slide" Target="slides/slide89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36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685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20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7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63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39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6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96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37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27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BC958-8052-4020-9A96-47075D21B434}" type="datetimeFigureOut">
              <a:rPr lang="ko-KR" altLang="en-US" smtClean="0"/>
              <a:t>2018-06-07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FA9D0-1F04-4C34-A77D-0CEDF750B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55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.xml"/><Relationship Id="rId7" Type="http://schemas.openxmlformats.org/officeDocument/2006/relationships/image" Target="../media/image21.png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0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8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9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4.xml"/><Relationship Id="rId1" Type="http://schemas.openxmlformats.org/officeDocument/2006/relationships/customXml" Target="../../customXml/item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0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5" Type="http://schemas.openxmlformats.org/officeDocument/2006/relationships/image" Target="../media/image41.png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15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2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2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25.xml"/><Relationship Id="rId1" Type="http://schemas.openxmlformats.org/officeDocument/2006/relationships/customXml" Target="../../customXml/item24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28.xml"/><Relationship Id="rId1" Type="http://schemas.openxmlformats.org/officeDocument/2006/relationships/customXml" Target="../../customXml/item27.xml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29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customXml" Target="../../customXml/item32.xml"/><Relationship Id="rId7" Type="http://schemas.openxmlformats.org/officeDocument/2006/relationships/image" Target="../media/image63.png"/><Relationship Id="rId2" Type="http://schemas.openxmlformats.org/officeDocument/2006/relationships/customXml" Target="../../customXml/item31.xml"/><Relationship Id="rId1" Type="http://schemas.openxmlformats.org/officeDocument/2006/relationships/customXml" Target="../../customXml/item30.xml"/><Relationship Id="rId6" Type="http://schemas.openxmlformats.org/officeDocument/2006/relationships/image" Target="../media/image62.png"/><Relationship Id="rId5" Type="http://schemas.openxmlformats.org/officeDocument/2006/relationships/slideLayout" Target="../slideLayouts/slideLayout2.xml"/><Relationship Id="rId4" Type="http://schemas.openxmlformats.org/officeDocument/2006/relationships/customXml" Target="../../customXml/item3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6.xml"/><Relationship Id="rId2" Type="http://schemas.openxmlformats.org/officeDocument/2006/relationships/customXml" Target="../../customXml/item35.xml"/><Relationship Id="rId1" Type="http://schemas.openxmlformats.org/officeDocument/2006/relationships/customXml" Target="../../customXml/item34.xml"/><Relationship Id="rId5" Type="http://schemas.openxmlformats.org/officeDocument/2006/relationships/image" Target="../media/image73.png"/><Relationship Id="rId4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9.xml"/><Relationship Id="rId2" Type="http://schemas.openxmlformats.org/officeDocument/2006/relationships/customXml" Target="../../customXml/item38.xml"/><Relationship Id="rId1" Type="http://schemas.openxmlformats.org/officeDocument/2006/relationships/customXml" Target="../../customXml/item37.xml"/><Relationship Id="rId5" Type="http://schemas.openxmlformats.org/officeDocument/2006/relationships/image" Target="../media/image75.png"/><Relationship Id="rId4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42.xml"/><Relationship Id="rId7" Type="http://schemas.openxmlformats.org/officeDocument/2006/relationships/image" Target="../media/image81.png"/><Relationship Id="rId2" Type="http://schemas.openxmlformats.org/officeDocument/2006/relationships/customXml" Target="../../customXml/item41.xml"/><Relationship Id="rId1" Type="http://schemas.openxmlformats.org/officeDocument/2006/relationships/customXml" Target="../../customXml/item40.xml"/><Relationship Id="rId6" Type="http://schemas.openxmlformats.org/officeDocument/2006/relationships/image" Target="../media/image80.png"/><Relationship Id="rId5" Type="http://schemas.openxmlformats.org/officeDocument/2006/relationships/slideLayout" Target="../slideLayouts/slideLayout2.xml"/><Relationship Id="rId4" Type="http://schemas.openxmlformats.org/officeDocument/2006/relationships/customXml" Target="../../customXml/item4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4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45.xml"/><Relationship Id="rId4" Type="http://schemas.openxmlformats.org/officeDocument/2006/relationships/image" Target="../media/image8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4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47.xml"/><Relationship Id="rId1" Type="http://schemas.openxmlformats.org/officeDocument/2006/relationships/customXml" Target="../../customXml/item46.xml"/><Relationship Id="rId4" Type="http://schemas.openxmlformats.org/officeDocument/2006/relationships/image" Target="../media/image9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4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5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52.xml"/><Relationship Id="rId1" Type="http://schemas.openxmlformats.org/officeDocument/2006/relationships/customXml" Target="../../customXml/item5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941964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SPSS </a:t>
            </a:r>
            <a:r>
              <a:rPr lang="ko-KR" altLang="en-US" sz="4400" dirty="0" smtClean="0"/>
              <a:t>를 이용한 </a:t>
            </a:r>
            <a:r>
              <a:rPr lang="ko-KR" altLang="en-US" sz="4400" dirty="0" smtClean="0"/>
              <a:t>보건의학통계</a:t>
            </a:r>
            <a:endParaRPr lang="ko-KR" altLang="en-US" sz="4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4987492"/>
            <a:ext cx="6858000" cy="1655762"/>
          </a:xfrm>
        </p:spPr>
        <p:txBody>
          <a:bodyPr/>
          <a:lstStyle/>
          <a:p>
            <a:r>
              <a:rPr lang="ko-KR" altLang="en-US" dirty="0" smtClean="0"/>
              <a:t>김민걸 </a:t>
            </a:r>
            <a:r>
              <a:rPr lang="en-US" altLang="ko-KR" dirty="0" smtClean="0"/>
              <a:t>MD, PhD</a:t>
            </a:r>
          </a:p>
          <a:p>
            <a:r>
              <a:rPr lang="ko-KR" altLang="en-US" dirty="0" smtClean="0"/>
              <a:t>전북대학교 의과대학 약리학교실</a:t>
            </a:r>
            <a:endParaRPr lang="en-US" altLang="ko-KR" dirty="0" smtClean="0"/>
          </a:p>
          <a:p>
            <a:r>
              <a:rPr lang="en-US" altLang="ko-KR" dirty="0" smtClean="0"/>
              <a:t>2018-06-07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8343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9144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4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9144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9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5" y="111932"/>
            <a:ext cx="4972050" cy="663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1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9144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75"/>
            <a:ext cx="9170276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9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4300"/>
            <a:ext cx="9144001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2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4837"/>
            <a:ext cx="74866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5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4837"/>
            <a:ext cx="74866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87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4837"/>
            <a:ext cx="74866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2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4837"/>
            <a:ext cx="74866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4837"/>
            <a:ext cx="74866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1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31" y="0"/>
            <a:ext cx="8024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65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33337"/>
            <a:ext cx="8820150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0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80975"/>
            <a:ext cx="739140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2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33337"/>
            <a:ext cx="8820150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정규성 검정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05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6" name="MousePointer"/>
          <p:cNvSpPr/>
          <p:nvPr>
            <p:custDataLst>
              <p:custData r:id="rId1"/>
            </p:custDataLst>
          </p:nvPr>
        </p:nvSpPr>
        <p:spPr>
          <a:xfrm rot="20359169">
            <a:off x="3705899" y="1009627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0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3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4" name="MousePointer"/>
          <p:cNvSpPr/>
          <p:nvPr>
            <p:custDataLst>
              <p:custData r:id="rId1"/>
            </p:custDataLst>
          </p:nvPr>
        </p:nvSpPr>
        <p:spPr>
          <a:xfrm rot="20359169">
            <a:off x="6096674" y="1409677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34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936" y="129126"/>
            <a:ext cx="4448175" cy="310515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" y="119187"/>
            <a:ext cx="4448175" cy="31051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56" y="3520772"/>
            <a:ext cx="2952750" cy="3124200"/>
          </a:xfrm>
          <a:prstGeom prst="rect">
            <a:avLst/>
          </a:prstGeom>
        </p:spPr>
      </p:pic>
      <p:sp>
        <p:nvSpPr>
          <p:cNvPr id="6" name="MousePointer"/>
          <p:cNvSpPr/>
          <p:nvPr>
            <p:custDataLst>
              <p:custData r:id="rId1"/>
            </p:custDataLst>
          </p:nvPr>
        </p:nvSpPr>
        <p:spPr>
          <a:xfrm rot="20359169">
            <a:off x="8639849" y="952477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8" name="MousePointer"/>
          <p:cNvSpPr/>
          <p:nvPr>
            <p:custDataLst>
              <p:custData r:id="rId2"/>
            </p:custDataLst>
          </p:nvPr>
        </p:nvSpPr>
        <p:spPr>
          <a:xfrm rot="20359169">
            <a:off x="1943774" y="4410052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9" name="MousePointer"/>
          <p:cNvSpPr/>
          <p:nvPr>
            <p:custDataLst>
              <p:custData r:id="rId3"/>
            </p:custDataLst>
          </p:nvPr>
        </p:nvSpPr>
        <p:spPr>
          <a:xfrm rot="20359169">
            <a:off x="362623" y="495902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8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560458" y="5370283"/>
            <a:ext cx="696686" cy="4789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31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두 군의 크기 비교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Independent T-Test (</a:t>
            </a:r>
            <a:r>
              <a:rPr lang="ko-KR" altLang="en-US" dirty="0" err="1" smtClean="0"/>
              <a:t>모수적</a:t>
            </a:r>
            <a:r>
              <a:rPr lang="ko-KR" altLang="en-US" dirty="0" smtClean="0"/>
              <a:t> 검정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Mann-Whitney Test (</a:t>
            </a:r>
            <a:r>
              <a:rPr lang="ko-KR" altLang="en-US" dirty="0" err="1" smtClean="0"/>
              <a:t>비모수적</a:t>
            </a:r>
            <a:r>
              <a:rPr lang="ko-KR" altLang="en-US" dirty="0" smtClean="0"/>
              <a:t> 검정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71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5" y="2124075"/>
            <a:ext cx="5810250" cy="3295650"/>
          </a:xfrm>
          <a:prstGeom prst="rect">
            <a:avLst/>
          </a:prstGeom>
        </p:spPr>
      </p:pic>
      <p:sp>
        <p:nvSpPr>
          <p:cNvPr id="4" name="MousePointer"/>
          <p:cNvSpPr/>
          <p:nvPr>
            <p:custDataLst>
              <p:custData r:id="rId1"/>
            </p:custDataLst>
          </p:nvPr>
        </p:nvSpPr>
        <p:spPr>
          <a:xfrm rot="20359169">
            <a:off x="8287424" y="43814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52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2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64" y="2066925"/>
            <a:ext cx="4448175" cy="272415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2648623" y="26479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249" y="2524125"/>
            <a:ext cx="1924050" cy="1809750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2"/>
            </p:custDataLst>
          </p:nvPr>
        </p:nvSpPr>
        <p:spPr>
          <a:xfrm rot="20359169">
            <a:off x="5969221" y="41814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6" name="MousePointer"/>
          <p:cNvSpPr/>
          <p:nvPr>
            <p:custDataLst>
              <p:custData r:id="rId3"/>
            </p:custDataLst>
          </p:nvPr>
        </p:nvSpPr>
        <p:spPr>
          <a:xfrm rot="20359169">
            <a:off x="6674071" y="33051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88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259"/>
            <a:ext cx="9144000" cy="595948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878286" y="4426856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90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775" y="2419350"/>
            <a:ext cx="5810250" cy="3295650"/>
          </a:xfrm>
          <a:prstGeom prst="rect">
            <a:avLst/>
          </a:prstGeom>
        </p:spPr>
      </p:pic>
      <p:sp>
        <p:nvSpPr>
          <p:cNvPr id="4" name="MousePointer"/>
          <p:cNvSpPr/>
          <p:nvPr>
            <p:custDataLst>
              <p:custData r:id="rId1"/>
            </p:custDataLst>
          </p:nvPr>
        </p:nvSpPr>
        <p:spPr>
          <a:xfrm rot="20359169">
            <a:off x="8077874" y="46481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10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1"/>
            </p:custDataLst>
          </p:nvPr>
        </p:nvSpPr>
        <p:spPr>
          <a:xfrm rot="20359169">
            <a:off x="6209386" y="430369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5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2" y="600075"/>
            <a:ext cx="7572375" cy="5657850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1"/>
            </p:custDataLst>
          </p:nvPr>
        </p:nvSpPr>
        <p:spPr>
          <a:xfrm rot="20359169">
            <a:off x="3204248" y="616106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37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259"/>
            <a:ext cx="9144000" cy="595948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050971" y="3628570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58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5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565" y="1809750"/>
            <a:ext cx="4229100" cy="3238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87" y="2781300"/>
            <a:ext cx="1876425" cy="1295400"/>
          </a:xfrm>
          <a:prstGeom prst="rect">
            <a:avLst/>
          </a:prstGeom>
        </p:spPr>
      </p:pic>
      <p:sp>
        <p:nvSpPr>
          <p:cNvPr id="4" name="MousePointer"/>
          <p:cNvSpPr/>
          <p:nvPr>
            <p:custDataLst>
              <p:custData r:id="rId1"/>
            </p:custDataLst>
          </p:nvPr>
        </p:nvSpPr>
        <p:spPr>
          <a:xfrm rot="20359169">
            <a:off x="6514186" y="39115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5" name="MousePointer"/>
          <p:cNvSpPr/>
          <p:nvPr>
            <p:custDataLst>
              <p:custData r:id="rId2"/>
            </p:custDataLst>
          </p:nvPr>
        </p:nvSpPr>
        <p:spPr>
          <a:xfrm rot="20359169">
            <a:off x="1724698" y="49275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70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259"/>
            <a:ext cx="9144000" cy="595948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323772" y="5239656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3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623888" y="1709739"/>
            <a:ext cx="8520112" cy="2852737"/>
          </a:xfrm>
        </p:spPr>
        <p:txBody>
          <a:bodyPr/>
          <a:lstStyle/>
          <a:p>
            <a:r>
              <a:rPr lang="ko-KR" altLang="en-US" dirty="0" smtClean="0"/>
              <a:t>치료 전과 후의 크기 비교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Paired T-Test (</a:t>
            </a:r>
            <a:r>
              <a:rPr lang="ko-KR" altLang="en-US" dirty="0" err="1" smtClean="0"/>
              <a:t>모수적</a:t>
            </a:r>
            <a:r>
              <a:rPr lang="ko-KR" altLang="en-US" dirty="0" smtClean="0"/>
              <a:t> 검정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Wilcoxon signed rank Test (</a:t>
            </a:r>
            <a:r>
              <a:rPr lang="ko-KR" altLang="en-US" dirty="0" err="1" smtClean="0"/>
              <a:t>비모수적</a:t>
            </a:r>
            <a:r>
              <a:rPr lang="ko-KR" altLang="en-US" dirty="0" smtClean="0"/>
              <a:t> 검정</a:t>
            </a:r>
            <a:r>
              <a:rPr lang="en-US" altLang="ko-KR" dirty="0" smtClean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03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4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8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1"/>
            </p:custDataLst>
          </p:nvPr>
        </p:nvSpPr>
        <p:spPr>
          <a:xfrm rot="20359169">
            <a:off x="3974186" y="776266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9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762000"/>
            <a:ext cx="6553200" cy="5334000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1"/>
            </p:custDataLst>
          </p:nvPr>
        </p:nvSpPr>
        <p:spPr>
          <a:xfrm rot="20359169">
            <a:off x="2362873" y="15747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6" name="MousePointer"/>
          <p:cNvSpPr/>
          <p:nvPr>
            <p:custDataLst>
              <p:custData r:id="rId2"/>
            </p:custDataLst>
          </p:nvPr>
        </p:nvSpPr>
        <p:spPr>
          <a:xfrm rot="20359169">
            <a:off x="3915449" y="166209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7" name="MousePointer"/>
          <p:cNvSpPr/>
          <p:nvPr>
            <p:custDataLst>
              <p:custData r:id="rId3"/>
            </p:custDataLst>
          </p:nvPr>
        </p:nvSpPr>
        <p:spPr>
          <a:xfrm rot="20359169">
            <a:off x="3189961" y="595786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57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2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1"/>
            </p:custDataLst>
          </p:nvPr>
        </p:nvSpPr>
        <p:spPr>
          <a:xfrm rot="20359169">
            <a:off x="6296699" y="1487466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19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876425"/>
            <a:ext cx="4448175" cy="31051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510" y="1857375"/>
            <a:ext cx="29527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6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123543" y="1640113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476172" y="1640113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60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6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225" y="1919287"/>
            <a:ext cx="5543550" cy="3019425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1"/>
            </p:custDataLst>
          </p:nvPr>
        </p:nvSpPr>
        <p:spPr>
          <a:xfrm rot="20359169">
            <a:off x="5004474" y="28511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6" name="MousePointer"/>
          <p:cNvSpPr/>
          <p:nvPr>
            <p:custDataLst>
              <p:custData r:id="rId2"/>
            </p:custDataLst>
          </p:nvPr>
        </p:nvSpPr>
        <p:spPr>
          <a:xfrm rot="20359169">
            <a:off x="3147098" y="48545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0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314"/>
            <a:ext cx="9153037" cy="596537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431314" y="5138056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44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5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4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6514186" y="446244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4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619125"/>
            <a:ext cx="7686675" cy="561975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3175673" y="62039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4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" y="619125"/>
            <a:ext cx="7686675" cy="561975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5207674" y="31559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4" name="MousePointer"/>
          <p:cNvSpPr/>
          <p:nvPr>
            <p:custDataLst>
              <p:custData r:id="rId2"/>
            </p:custDataLst>
          </p:nvPr>
        </p:nvSpPr>
        <p:spPr>
          <a:xfrm rot="20359169">
            <a:off x="3102648" y="61753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60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891314" y="3196770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83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7820699" y="62039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7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37" y="1781175"/>
            <a:ext cx="5267325" cy="329565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5120361" y="27209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4" name="MousePointer"/>
          <p:cNvSpPr/>
          <p:nvPr>
            <p:custDataLst>
              <p:custData r:id="rId2"/>
            </p:custDataLst>
          </p:nvPr>
        </p:nvSpPr>
        <p:spPr>
          <a:xfrm rot="20359169">
            <a:off x="3132811" y="491329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9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062514" y="5065484"/>
            <a:ext cx="696686" cy="23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15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세</a:t>
            </a:r>
            <a:r>
              <a:rPr lang="en-US" altLang="ko-KR" dirty="0" smtClean="0"/>
              <a:t> </a:t>
            </a:r>
            <a:r>
              <a:rPr lang="ko-KR" altLang="en-US" dirty="0" smtClean="0"/>
              <a:t>군 이상의 크기 비교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일원배치분산분석</a:t>
            </a:r>
            <a:r>
              <a:rPr lang="en-US" altLang="ko-KR" dirty="0" smtClean="0"/>
              <a:t>(ANOVA) </a:t>
            </a:r>
            <a:r>
              <a:rPr lang="ko-KR" altLang="en-US" dirty="0" smtClean="0"/>
              <a:t>와 </a:t>
            </a:r>
            <a:r>
              <a:rPr lang="ko-KR" altLang="en-US" dirty="0" err="1" smtClean="0"/>
              <a:t>사후분석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모수적</a:t>
            </a:r>
            <a:r>
              <a:rPr lang="ko-KR" altLang="en-US" dirty="0" smtClean="0"/>
              <a:t> 검정</a:t>
            </a:r>
            <a:r>
              <a:rPr lang="en-US" altLang="ko-KR" dirty="0" smtClean="0"/>
              <a:t>)</a:t>
            </a:r>
          </a:p>
          <a:p>
            <a:r>
              <a:rPr lang="en-US" altLang="ko-KR" dirty="0" err="1" smtClean="0"/>
              <a:t>Kruskal_Wallis</a:t>
            </a:r>
            <a:r>
              <a:rPr lang="en-US" altLang="ko-KR" dirty="0" smtClean="0"/>
              <a:t> test (</a:t>
            </a:r>
            <a:r>
              <a:rPr lang="ko-KR" altLang="en-US" dirty="0" err="1" smtClean="0"/>
              <a:t>비모수적</a:t>
            </a:r>
            <a:r>
              <a:rPr lang="ko-KR" altLang="en-US" dirty="0" smtClean="0"/>
              <a:t> 검정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437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5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4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6557049" y="263364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73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0" y="424996"/>
            <a:ext cx="4457700" cy="249555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5033048" y="11683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4" name="MousePointer"/>
          <p:cNvSpPr/>
          <p:nvPr>
            <p:custDataLst>
              <p:custData r:id="rId2"/>
            </p:custDataLst>
          </p:nvPr>
        </p:nvSpPr>
        <p:spPr>
          <a:xfrm rot="20359169">
            <a:off x="4655223" y="24891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5" name="MousePointer"/>
          <p:cNvSpPr/>
          <p:nvPr>
            <p:custDataLst>
              <p:custData r:id="rId3"/>
            </p:custDataLst>
          </p:nvPr>
        </p:nvSpPr>
        <p:spPr>
          <a:xfrm rot="20359169">
            <a:off x="6120486" y="1239816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250" y="3385004"/>
            <a:ext cx="5143500" cy="3238500"/>
          </a:xfrm>
          <a:prstGeom prst="rect">
            <a:avLst/>
          </a:prstGeom>
        </p:spPr>
      </p:pic>
      <p:sp>
        <p:nvSpPr>
          <p:cNvPr id="7" name="MousePointer"/>
          <p:cNvSpPr/>
          <p:nvPr>
            <p:custDataLst>
              <p:custData r:id="rId4"/>
            </p:custDataLst>
          </p:nvPr>
        </p:nvSpPr>
        <p:spPr>
          <a:xfrm rot="20359169">
            <a:off x="2667673" y="433226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939" y="424996"/>
            <a:ext cx="187642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7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702628" y="5167084"/>
            <a:ext cx="696686" cy="595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4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181600" y="3309255"/>
            <a:ext cx="580571" cy="1190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59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5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9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8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1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1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600075"/>
            <a:ext cx="75723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5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" y="600075"/>
            <a:ext cx="7572375" cy="565785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4772699" y="542129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4" name="MousePointer"/>
          <p:cNvSpPr/>
          <p:nvPr>
            <p:custDataLst>
              <p:custData r:id="rId2"/>
            </p:custDataLst>
          </p:nvPr>
        </p:nvSpPr>
        <p:spPr>
          <a:xfrm rot="20359169">
            <a:off x="4888586" y="21113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5" name="MousePointer"/>
          <p:cNvSpPr/>
          <p:nvPr>
            <p:custDataLst>
              <p:custData r:id="rId3"/>
            </p:custDataLst>
          </p:nvPr>
        </p:nvSpPr>
        <p:spPr>
          <a:xfrm rot="20359169">
            <a:off x="3031211" y="61467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5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847772" y="3160623"/>
            <a:ext cx="580571" cy="420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43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450" y="1771650"/>
            <a:ext cx="4229100" cy="3314700"/>
          </a:xfrm>
          <a:prstGeom prst="rect">
            <a:avLst/>
          </a:prstGeom>
        </p:spPr>
      </p:pic>
      <p:sp>
        <p:nvSpPr>
          <p:cNvPr id="5" name="MousePointer"/>
          <p:cNvSpPr/>
          <p:nvPr>
            <p:custDataLst>
              <p:custData r:id="rId1"/>
            </p:custDataLst>
          </p:nvPr>
        </p:nvSpPr>
        <p:spPr>
          <a:xfrm rot="20359169">
            <a:off x="5266411" y="25177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6" name="MousePointer"/>
          <p:cNvSpPr/>
          <p:nvPr>
            <p:custDataLst>
              <p:custData r:id="rId2"/>
            </p:custDataLst>
          </p:nvPr>
        </p:nvSpPr>
        <p:spPr>
          <a:xfrm rot="20359169">
            <a:off x="5120361" y="385284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7" name="MousePointer"/>
          <p:cNvSpPr/>
          <p:nvPr>
            <p:custDataLst>
              <p:custData r:id="rId3"/>
            </p:custDataLst>
          </p:nvPr>
        </p:nvSpPr>
        <p:spPr>
          <a:xfrm rot="20359169">
            <a:off x="3147098" y="494186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84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004458" y="4597538"/>
            <a:ext cx="580571" cy="2502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9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비율을 비교하는 방법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카이제곱검정</a:t>
            </a:r>
            <a:endParaRPr lang="en-US" altLang="ko-KR" dirty="0"/>
          </a:p>
          <a:p>
            <a:r>
              <a:rPr lang="en-US" altLang="ko-KR" dirty="0" smtClean="0"/>
              <a:t>Fisher</a:t>
            </a:r>
            <a:r>
              <a:rPr lang="ko-KR" altLang="en-US" dirty="0" smtClean="0"/>
              <a:t>의 정확한 검정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3223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5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0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8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57" y="1395412"/>
            <a:ext cx="4876800" cy="40671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1733550"/>
            <a:ext cx="3048000" cy="3390900"/>
          </a:xfrm>
          <a:prstGeom prst="rect">
            <a:avLst/>
          </a:prstGeom>
        </p:spPr>
      </p:pic>
      <p:sp>
        <p:nvSpPr>
          <p:cNvPr id="4" name="MousePointer"/>
          <p:cNvSpPr/>
          <p:nvPr>
            <p:custDataLst>
              <p:custData r:id="rId1"/>
            </p:custDataLst>
          </p:nvPr>
        </p:nvSpPr>
        <p:spPr>
          <a:xfrm rot="20359169">
            <a:off x="3770986" y="219866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5" name="MousePointer"/>
          <p:cNvSpPr/>
          <p:nvPr>
            <p:custDataLst>
              <p:custData r:id="rId2"/>
            </p:custDataLst>
          </p:nvPr>
        </p:nvSpPr>
        <p:spPr>
          <a:xfrm rot="20359169">
            <a:off x="3567786" y="289557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6" name="MousePointer"/>
          <p:cNvSpPr/>
          <p:nvPr>
            <p:custDataLst>
              <p:custData r:id="rId3"/>
            </p:custDataLst>
          </p:nvPr>
        </p:nvSpPr>
        <p:spPr>
          <a:xfrm rot="20359169">
            <a:off x="5802986" y="235741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7" name="MousePointer"/>
          <p:cNvSpPr/>
          <p:nvPr>
            <p:custDataLst>
              <p:custData r:id="rId4"/>
            </p:custDataLst>
          </p:nvPr>
        </p:nvSpPr>
        <p:spPr>
          <a:xfrm rot="20359169">
            <a:off x="4786986" y="230026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1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2908" cy="717005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138058" y="5192624"/>
            <a:ext cx="580571" cy="2502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286168" y="4648338"/>
            <a:ext cx="580571" cy="2502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27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사이의 </a:t>
            </a:r>
            <a:r>
              <a:rPr lang="ko-KR" altLang="en-US" dirty="0" err="1" smtClean="0"/>
              <a:t>선형관계</a:t>
            </a:r>
            <a:r>
              <a:rPr lang="ko-KR" altLang="en-US" dirty="0" smtClean="0"/>
              <a:t> 추정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 smtClean="0"/>
              <a:t>Pearson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상관분석</a:t>
            </a:r>
            <a:endParaRPr lang="en-US" altLang="ko-KR" dirty="0" smtClean="0"/>
          </a:p>
          <a:p>
            <a:r>
              <a:rPr lang="en-US" altLang="ko-KR" dirty="0" smtClean="0"/>
              <a:t>Spearman</a:t>
            </a:r>
            <a:r>
              <a:rPr lang="ko-KR" altLang="en-US" dirty="0" smtClean="0"/>
              <a:t>의 순위상관분석</a:t>
            </a:r>
            <a:endParaRPr lang="en-US" altLang="ko-KR" dirty="0" smtClean="0"/>
          </a:p>
          <a:p>
            <a:r>
              <a:rPr lang="ko-KR" altLang="en-US" dirty="0" smtClean="0"/>
              <a:t>단순회귀분석</a:t>
            </a:r>
            <a:endParaRPr lang="en-US" altLang="ko-KR" dirty="0" smtClean="0"/>
          </a:p>
          <a:p>
            <a:r>
              <a:rPr lang="ko-KR" altLang="en-US" dirty="0" smtClean="0"/>
              <a:t>다중회귀분석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14877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5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5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7211099" y="341786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1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8" y="1338943"/>
            <a:ext cx="3238500" cy="182880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2377161" y="2111353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797" y="831623"/>
            <a:ext cx="44672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9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0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6034761" y="25463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0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12" y="1504950"/>
            <a:ext cx="4448175" cy="3848100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5352136" y="296701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4" name="MousePointer"/>
          <p:cNvSpPr/>
          <p:nvPr>
            <p:custDataLst>
              <p:custData r:id="rId2"/>
            </p:custDataLst>
          </p:nvPr>
        </p:nvSpPr>
        <p:spPr>
          <a:xfrm rot="20359169">
            <a:off x="3161386" y="51879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48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2908" cy="71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1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5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3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6034761" y="25463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75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504950"/>
            <a:ext cx="44481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9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5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1781175"/>
            <a:ext cx="5810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1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3337"/>
            <a:ext cx="8848725" cy="6791325"/>
          </a:xfrm>
          <a:prstGeom prst="rect">
            <a:avLst/>
          </a:prstGeom>
        </p:spPr>
      </p:pic>
      <p:sp>
        <p:nvSpPr>
          <p:cNvPr id="3" name="MousePointer"/>
          <p:cNvSpPr/>
          <p:nvPr>
            <p:custDataLst>
              <p:custData r:id="rId1"/>
            </p:custDataLst>
          </p:nvPr>
        </p:nvSpPr>
        <p:spPr>
          <a:xfrm rot="20359169">
            <a:off x="6760249" y="2967015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25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6362"/>
            <a:ext cx="5238750" cy="41052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950" y="2102983"/>
            <a:ext cx="3829050" cy="3000375"/>
          </a:xfrm>
          <a:prstGeom prst="rect">
            <a:avLst/>
          </a:prstGeom>
        </p:spPr>
      </p:pic>
      <p:sp>
        <p:nvSpPr>
          <p:cNvPr id="4" name="MousePointer"/>
          <p:cNvSpPr/>
          <p:nvPr>
            <p:custDataLst>
              <p:custData r:id="rId1"/>
            </p:custDataLst>
          </p:nvPr>
        </p:nvSpPr>
        <p:spPr>
          <a:xfrm rot="20359169">
            <a:off x="4917161" y="2241528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  <p:sp>
        <p:nvSpPr>
          <p:cNvPr id="5" name="MousePointer"/>
          <p:cNvSpPr/>
          <p:nvPr>
            <p:custDataLst>
              <p:custData r:id="rId2"/>
            </p:custDataLst>
          </p:nvPr>
        </p:nvSpPr>
        <p:spPr>
          <a:xfrm rot="20359169">
            <a:off x="8081049" y="3344840"/>
            <a:ext cx="151053" cy="247694"/>
          </a:xfrm>
          <a:custGeom>
            <a:avLst/>
            <a:gdLst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806746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806746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64057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66438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  <a:gd name="connsiteX0" fmla="*/ 0 w 592890"/>
              <a:gd name="connsiteY0" fmla="*/ 806746 h 997971"/>
              <a:gd name="connsiteX1" fmla="*/ 296445 w 592890"/>
              <a:gd name="connsiteY1" fmla="*/ 0 h 997971"/>
              <a:gd name="connsiteX2" fmla="*/ 592890 w 592890"/>
              <a:gd name="connsiteY2" fmla="*/ 806746 h 997971"/>
              <a:gd name="connsiteX3" fmla="*/ 386188 w 592890"/>
              <a:gd name="connsiteY3" fmla="*/ 730570 h 997971"/>
              <a:gd name="connsiteX4" fmla="*/ 386188 w 592890"/>
              <a:gd name="connsiteY4" fmla="*/ 997971 h 997971"/>
              <a:gd name="connsiteX5" fmla="*/ 206702 w 592890"/>
              <a:gd name="connsiteY5" fmla="*/ 997971 h 997971"/>
              <a:gd name="connsiteX6" fmla="*/ 206702 w 592890"/>
              <a:gd name="connsiteY6" fmla="*/ 735333 h 997971"/>
              <a:gd name="connsiteX7" fmla="*/ 0 w 592890"/>
              <a:gd name="connsiteY7" fmla="*/ 806746 h 99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890" h="997971">
                <a:moveTo>
                  <a:pt x="0" y="806746"/>
                </a:moveTo>
                <a:lnTo>
                  <a:pt x="296445" y="0"/>
                </a:lnTo>
                <a:lnTo>
                  <a:pt x="592890" y="806746"/>
                </a:lnTo>
                <a:lnTo>
                  <a:pt x="386188" y="730570"/>
                </a:lnTo>
                <a:lnTo>
                  <a:pt x="386188" y="997971"/>
                </a:lnTo>
                <a:lnTo>
                  <a:pt x="206702" y="997971"/>
                </a:lnTo>
                <a:lnTo>
                  <a:pt x="206702" y="735333"/>
                </a:lnTo>
                <a:lnTo>
                  <a:pt x="0" y="80674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>
                <a:lumMod val="85000"/>
                <a:lumOff val="15000"/>
              </a:srgbClr>
            </a:solidFill>
          </a:ln>
          <a:effectLst>
            <a:glow rad="139700">
              <a:srgbClr val="F79646">
                <a:satMod val="175000"/>
                <a:alpha val="40000"/>
              </a:srgbClr>
            </a:glow>
            <a:outerShdw blurRad="25400" dist="25400" dir="2040000" algn="tl" rotWithShape="0">
              <a:prstClr val="black">
                <a:alpha val="20000"/>
              </a:prstClr>
            </a:outerShdw>
          </a:effectLst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lIns="97531" tIns="48766" rIns="97531" bIns="48766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9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2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6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5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2908" cy="71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3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81" y="333375"/>
            <a:ext cx="5238750" cy="41052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347" y="333375"/>
            <a:ext cx="3114675" cy="30956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427" y="3670526"/>
            <a:ext cx="38290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7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2908" cy="71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4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175" y="-652463"/>
            <a:ext cx="10420350" cy="816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5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item1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5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6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7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6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2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4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5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6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7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8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9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50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51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52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Props1.xml><?xml version="1.0" encoding="utf-8"?>
<ds:datastoreItem xmlns:ds="http://schemas.openxmlformats.org/officeDocument/2006/customXml" ds:itemID="{0938F547-ABC3-4F56-B09E-EA10BE72AB02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3358ED3-A8A8-4053-A76C-B38CDC605BD3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A2063B4A-17FC-4F64-A97D-9006C2E329A4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13AB581-6A51-4D87-9598-1C1188F760D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B3074E5-9172-43C6-90ED-410EBD6354BB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EF75B78D-F826-4F51-BEE5-D9C7A9A2848B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6C6A05C1-BD7A-4BC4-9A69-2DE5AE53E27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FC8AE628-9445-4459-929F-AB079AB0874E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8167256F-A9CF-4759-9F9B-BF4797C82177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C6CF3D45-F86E-4960-A1AB-1A9CB97FCA06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25FBAC07-3190-4C24-ABCF-B0BE0262C3F2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860323F2-2009-499D-9E94-A2C6956C8FD0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9CABA499-DD81-47AA-83A2-EA1414918C04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E2C66AF3-3C4C-4EBF-9A68-1F562B98C4B4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C8040E95-390B-4633-AD98-06FB1F1A88AA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F4C88C4A-A0F2-4A5D-8994-83CBE7A8278C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E5C8BF86-52F5-4664-99FA-E367490AB22A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7D3DDD46-784E-4B24-978E-17ED7D9AEC9D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DD604584-583A-4EE8-8E8C-F75A2B843E86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C45E2C98-BAB4-4222-A0CA-9B3B8582831A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ABFA24CB-AFF5-4BAE-8F15-8FA74065F47B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70FF058E-91E0-446C-8569-DD48632B89CB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C066BB6F-94A0-4508-B015-1D8B747C2410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5F0A4B04-5C73-4596-8BB0-0AEEA564A710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33E592AE-4D94-41B8-B1C1-03C6FC543116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B91755C9-3B50-43E7-B792-F95ADDC6D4D9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ED3EB620-F0FB-44B0-910D-3204466CA7B4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665E6C2D-CFB0-445C-8FCE-6F57C75609F1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E350D82B-E4AD-4B70-B132-B0B8AA50E463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EE45B2A1-69AB-408E-87FC-E63EFA2A212C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BB790F4E-FE9F-4BE6-A114-52E248A121E6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8F9DD9D8-5CC5-4470-ACE3-43FC40EC2E8F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087CA310-6829-42F0-AA0A-21150DAABDD2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127AA90B-F458-4968-B009-B09114056D26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8BF17194-112E-4247-925A-CCD8DFF74753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B8DCF562-2DF3-450B-968A-5B060A77A580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AC8DCE3F-1FD4-4006-9727-ED65C12D38D2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1A4D9803-76B5-49B7-9A3D-0623942CF671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99FEBDD1-6F3E-41F0-BD3C-925199B4D63A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F68C0EEA-6493-4FAC-A636-13331A3391C6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9DBAABF4-6412-4437-9F48-DA18315F8F2B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D1FDE7CD-F536-4E8C-9518-5A805FD33B1E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49D0BD3C-5F7E-41FB-A898-C2D36620550B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CCB5E4FA-2E5E-43F3-B2D4-DB10318B1345}">
  <ds:schemaRefs>
    <ds:schemaRef ds:uri="http://schemas.microsoft.com/VisualStudio/2011/storyboarding/control"/>
  </ds:schemaRefs>
</ds:datastoreItem>
</file>

<file path=customXml/itemProps45.xml><?xml version="1.0" encoding="utf-8"?>
<ds:datastoreItem xmlns:ds="http://schemas.openxmlformats.org/officeDocument/2006/customXml" ds:itemID="{257DF694-9428-42EC-B617-761861EAC2F3}">
  <ds:schemaRefs>
    <ds:schemaRef ds:uri="http://schemas.microsoft.com/VisualStudio/2011/storyboarding/control"/>
  </ds:schemaRefs>
</ds:datastoreItem>
</file>

<file path=customXml/itemProps46.xml><?xml version="1.0" encoding="utf-8"?>
<ds:datastoreItem xmlns:ds="http://schemas.openxmlformats.org/officeDocument/2006/customXml" ds:itemID="{A01CF188-1EF6-428E-B831-29E20CA3F7E4}">
  <ds:schemaRefs>
    <ds:schemaRef ds:uri="http://schemas.microsoft.com/VisualStudio/2011/storyboarding/control"/>
  </ds:schemaRefs>
</ds:datastoreItem>
</file>

<file path=customXml/itemProps47.xml><?xml version="1.0" encoding="utf-8"?>
<ds:datastoreItem xmlns:ds="http://schemas.openxmlformats.org/officeDocument/2006/customXml" ds:itemID="{7524589E-EEE1-4ABA-9F0C-AF2CA6572347}">
  <ds:schemaRefs>
    <ds:schemaRef ds:uri="http://schemas.microsoft.com/VisualStudio/2011/storyboarding/control"/>
  </ds:schemaRefs>
</ds:datastoreItem>
</file>

<file path=customXml/itemProps48.xml><?xml version="1.0" encoding="utf-8"?>
<ds:datastoreItem xmlns:ds="http://schemas.openxmlformats.org/officeDocument/2006/customXml" ds:itemID="{65033DFC-6C0A-4706-AEAC-63EB80891AB3}">
  <ds:schemaRefs>
    <ds:schemaRef ds:uri="http://schemas.microsoft.com/VisualStudio/2011/storyboarding/control"/>
  </ds:schemaRefs>
</ds:datastoreItem>
</file>

<file path=customXml/itemProps49.xml><?xml version="1.0" encoding="utf-8"?>
<ds:datastoreItem xmlns:ds="http://schemas.openxmlformats.org/officeDocument/2006/customXml" ds:itemID="{A5418BDF-175C-4830-A262-E63446CAC050}">
  <ds:schemaRefs>
    <ds:schemaRef ds:uri="http://schemas.microsoft.com/VisualStudio/2011/storyboarding/control"/>
  </ds:schemaRefs>
</ds:datastoreItem>
</file>

<file path=customXml/itemProps50.xml><?xml version="1.0" encoding="utf-8"?>
<ds:datastoreItem xmlns:ds="http://schemas.openxmlformats.org/officeDocument/2006/customXml" ds:itemID="{0B786F8F-C06A-4271-BBD5-8ADAD6BCA2A6}">
  <ds:schemaRefs>
    <ds:schemaRef ds:uri="http://schemas.microsoft.com/VisualStudio/2011/storyboarding/control"/>
  </ds:schemaRefs>
</ds:datastoreItem>
</file>

<file path=customXml/itemProps51.xml><?xml version="1.0" encoding="utf-8"?>
<ds:datastoreItem xmlns:ds="http://schemas.openxmlformats.org/officeDocument/2006/customXml" ds:itemID="{B51B0E8D-32DF-49D8-AF04-67B237114F63}">
  <ds:schemaRefs>
    <ds:schemaRef ds:uri="http://schemas.microsoft.com/VisualStudio/2011/storyboarding/control"/>
  </ds:schemaRefs>
</ds:datastoreItem>
</file>

<file path=customXml/itemProps52.xml><?xml version="1.0" encoding="utf-8"?>
<ds:datastoreItem xmlns:ds="http://schemas.openxmlformats.org/officeDocument/2006/customXml" ds:itemID="{A661BE5F-9FCF-4695-A6E3-AB0C821A4FE6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91</Words>
  <Application>Microsoft Office PowerPoint</Application>
  <PresentationFormat>화면 슬라이드 쇼(4:3)</PresentationFormat>
  <Paragraphs>22</Paragraphs>
  <Slides>94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94</vt:i4>
      </vt:variant>
    </vt:vector>
  </HeadingPairs>
  <TitlesOfParts>
    <vt:vector size="99" baseType="lpstr">
      <vt:lpstr>맑은 고딕</vt:lpstr>
      <vt:lpstr>Arial</vt:lpstr>
      <vt:lpstr>Calibri</vt:lpstr>
      <vt:lpstr>Calibri Light</vt:lpstr>
      <vt:lpstr>Office 테마</vt:lpstr>
      <vt:lpstr>SPSS 를 이용한 보건의학통계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정규성 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두 군의 크기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치료 전과 후의 크기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세 군 이상의 크기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비율을 비교하는 방법</vt:lpstr>
      <vt:lpstr>PowerPoint 프레젠테이션</vt:lpstr>
      <vt:lpstr>PowerPoint 프레젠테이션</vt:lpstr>
      <vt:lpstr>PowerPoint 프레젠테이션</vt:lpstr>
      <vt:lpstr>PowerPoint 프레젠테이션</vt:lpstr>
      <vt:lpstr>연속형 변수 사이의 선형관계 추정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SPSS 를 이용한 통계분석</dc:title>
  <dc:creator>김민걸</dc:creator>
  <cp:lastModifiedBy>김민걸</cp:lastModifiedBy>
  <cp:revision>12</cp:revision>
  <dcterms:created xsi:type="dcterms:W3CDTF">2018-06-07T06:42:02Z</dcterms:created>
  <dcterms:modified xsi:type="dcterms:W3CDTF">2018-06-07T09:58:53Z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