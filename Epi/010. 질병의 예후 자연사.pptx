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4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18FA6-84DA-506B-7FBA-20AAA42FC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7BFF24-D68F-3223-6B09-AD71EA30E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0333C-4E2E-ED87-1814-8CF062F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B1FE-C8FA-99D2-3BBD-5DC4570A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A1DFE-A35A-E9C4-A268-EC7B86AC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75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C3328-C6B3-CC62-01BE-B0DFB8F3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5B566-DC08-2F56-D052-62828ACA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4F12D-DFB5-1DD9-DD26-685D0443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100EA-BAAD-BB14-8197-3D99220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8B5EE-CE6F-91F0-8381-5AA208B6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2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883D1-9EF0-4B44-82B0-B823F44C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341E-D9B8-A587-70A5-7FE39025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78581-0DBC-3181-B663-2BC4917D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E271D-73F6-F112-6270-DFF9BEB6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28C6D-E67E-0AAD-DF16-532607E4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7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B7700-7E68-B001-187F-F66700AC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D6692-A002-3730-3F2D-94E5F7992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E3C37-4B6A-9A36-9388-C95C0486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FCC94-D9AB-FD8C-F0AF-01DD90E7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1B7E8-5770-6FD0-1699-EA048715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37212-786F-C1DB-B03D-40B667B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1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1718E-EE15-63A1-E832-2D3D7713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79B59-D25D-0B96-03A5-E8DB05A7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81E3AC-2C30-1EA8-F48C-78226922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1A141D-7E45-DB5B-9BBB-02DEE9D17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5BE56B-3010-8BE0-EFE9-552DD5BC6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3C172D-20A6-E0C1-81B6-02976254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FE57C-9B00-A261-550F-7F45131B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D2FB3-8101-D752-63DB-C36BC96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8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CB91A-0794-239F-0A85-909263F1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2BCA20-45AF-2FFF-268C-6DF30BEA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AF50E-8BD9-58AA-808D-41546AE2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7B07C-F920-9CB5-0CE4-4BC8621E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0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683658-91BA-88CD-4B0E-79B51750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927538-247C-892D-CF04-A9AC86F7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95148-5686-02CB-1A27-6553029D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04D0C-5731-70C1-8269-A23C0E9A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3C4B33-2C06-6F3D-B7E5-1E2BD9380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1F113-3C48-3DB4-E8F3-924DC1EFB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84D50A-9015-9461-FA0D-440B4E74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AA014B-BF64-5CC5-64B0-5C37CE6B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E44CF-64D5-8ECD-43A9-602D0976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7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03B82-373F-60CE-E372-F71D6D6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B40FA-4D80-58CF-050B-06819200A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11301D-8185-95DF-DF8B-3D23A50A5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B52F2-E0A5-2F67-FC09-B678A97C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E1D2F-EAAC-84BB-7ED8-68A5393A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A554BC-DAE0-467A-F8B4-D740DA07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5DBF1-FDFC-DA1C-B11F-E81ED366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327BD-BEEC-1F14-3BA3-07C7CDA57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202CFA-D5E2-B888-3ED6-237F7D58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8E03C-9982-EAEF-C8F4-4211248F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A80E75-6A4E-EE26-DA0F-7CF2DCEB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93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4C2FC0-FD72-BCAF-1675-792154EF0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ED98B6-001E-3423-B26F-9ED53D7F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5CAA-9FC7-0699-97B5-C65CDFB9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0B377-9646-1A7D-EDAC-A578A8EA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76DCBC-52F9-8B9F-4B53-11B1ACE7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1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0C5BC2-7A7A-A052-B213-06147ECF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D699A-D9EF-22C8-BD45-E4D75F02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9E1C3-F73A-FA58-6560-7056727C9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D6FFC-9E54-DFC7-83F0-8F8475413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DBA465-C8B8-CEFA-C618-8925F0CB8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25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2931-C995-CFBB-2939-8BE6924DE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질병의 예후</a:t>
            </a:r>
            <a:r>
              <a:rPr lang="en-US" altLang="ko-KR" b="1" dirty="0"/>
              <a:t>, </a:t>
            </a:r>
            <a:r>
              <a:rPr lang="ko-KR" altLang="en-US" b="1" dirty="0"/>
              <a:t>질병의 자연사를 표현하는 방법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8F849E-4CCE-AC26-DB75-EAB1DC7FA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9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678FE72-5A1D-BF16-50A6-22752E363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19" y="675891"/>
            <a:ext cx="9392961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1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0147-ECD6-E416-EDA5-9DBF5CE9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590414-8EBC-D72C-6BDE-8D55F6BCF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442" y="299601"/>
            <a:ext cx="7097115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1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8822-CBA4-F810-9958-F989137C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1DBFA9B-457D-7651-FEA3-B0AC030D8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34" y="385337"/>
            <a:ext cx="10793331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8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8648-4E7E-77D8-BF73-9356DB15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3BD3DC-DDF4-24CF-8AB5-C179FE48C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34" y="618733"/>
            <a:ext cx="11517332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0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DA2B-5A04-569D-F82D-8EDF0BAB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EE5617-1A9D-3A17-A3B6-C49691D41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42" y="280548"/>
            <a:ext cx="7640116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B4D7-76D8-9934-59D4-8CC5F74C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0DFF2E-C261-FB14-3882-97B3C4057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12" y="366285"/>
            <a:ext cx="11822175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8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61F-2238-FDF7-FA0C-13371DED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37DD44-D146-5BC3-4FB5-FC5E283F8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45" y="613969"/>
            <a:ext cx="10821910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1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0011-9532-8100-B880-BF253643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76D207F-181A-E259-41E6-E9C785681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733" y="1156970"/>
            <a:ext cx="5620534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9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DCD7-D066-79D5-E2F6-AE80C4B2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022E94C-50DB-BEFD-18D5-089BDB255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92" y="271022"/>
            <a:ext cx="11222016" cy="631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9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1DE3-45E0-8E30-7B21-0D2D41B3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4B06313-4E74-167F-1F7A-71CE045F5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2" y="528232"/>
            <a:ext cx="11612596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7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301B-F829-5515-A162-9254CB44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EE536E6-528F-7B04-1FE2-13275036C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890" y="1056944"/>
            <a:ext cx="5868219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87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B620-FE4E-FA16-C093-CC7CADE6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B518B63-403F-5253-515B-1A5366D38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3" y="1090286"/>
            <a:ext cx="10917174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4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C838-3127-2704-9F3F-4F3A05ED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5CD0F1-C62E-D51B-E0EC-3C2513E17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942" y="1604708"/>
            <a:ext cx="6916115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8556-AB2E-16F9-AF03-33A3A5AF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29161B7-A7F9-A8BF-AC00-7E2A2F356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24" y="304364"/>
            <a:ext cx="10764752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28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E51A-CD25-09D1-728E-3F4835E9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1E8E8D-4DDD-D79C-19E5-F27AB46D2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7" y="1261760"/>
            <a:ext cx="11536385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88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C63AD-3235-7DEC-C7AB-7963EB6C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45C4544-6560-C8CA-F162-799505C1A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338" y="1628523"/>
            <a:ext cx="5725324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49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E4EC0-D362-A5BF-9878-1F0E5BDD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B0C3E25-0A00-63E2-6929-39484F6B8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416" y="1690445"/>
            <a:ext cx="7297168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8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BEC0-209B-B779-CE32-7B50BD8C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6A368A1-C898-019D-0B9E-877ABD735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50" y="351995"/>
            <a:ext cx="10021699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93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FD83A-D9B2-BB2E-B96F-6B292181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656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</Words>
  <Application>Microsoft Office PowerPoint</Application>
  <PresentationFormat>와이드스크린</PresentationFormat>
  <Paragraphs>1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질병의 예후, 질병의 자연사를 표현하는 방법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 Devo</dc:creator>
  <cp:lastModifiedBy>Red Devo</cp:lastModifiedBy>
  <cp:revision>2</cp:revision>
  <dcterms:created xsi:type="dcterms:W3CDTF">2025-05-21T01:49:46Z</dcterms:created>
  <dcterms:modified xsi:type="dcterms:W3CDTF">2025-07-08T06:45:46Z</dcterms:modified>
</cp:coreProperties>
</file>