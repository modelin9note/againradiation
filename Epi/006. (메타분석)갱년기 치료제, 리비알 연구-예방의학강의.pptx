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(</a:t>
            </a:r>
            <a:r>
              <a:rPr lang="ko-KR" altLang="en-US" b="1" dirty="0"/>
              <a:t>메타분석</a:t>
            </a:r>
            <a:r>
              <a:rPr lang="en-US" altLang="ko-KR" b="1" dirty="0"/>
              <a:t>)</a:t>
            </a:r>
            <a:r>
              <a:rPr lang="ko-KR" altLang="en-US" b="1" dirty="0"/>
              <a:t>갱년기 치료제</a:t>
            </a:r>
            <a:r>
              <a:rPr lang="en-US" altLang="ko-KR" b="1" dirty="0"/>
              <a:t>, </a:t>
            </a:r>
            <a:r>
              <a:rPr lang="ko-KR" altLang="en-US" b="1" dirty="0" err="1"/>
              <a:t>리비알</a:t>
            </a:r>
            <a:r>
              <a:rPr lang="ko-KR" altLang="en-US" b="1" dirty="0"/>
              <a:t> 연구</a:t>
            </a:r>
            <a:r>
              <a:rPr lang="en-US" altLang="ko-KR" b="1" dirty="0"/>
              <a:t>-</a:t>
            </a:r>
            <a:r>
              <a:rPr lang="ko-KR" altLang="en-US" b="1" dirty="0"/>
              <a:t>예방의학강의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CE26214-ACFB-A796-8893-4A7C62F5C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828312"/>
            <a:ext cx="11345858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4B3597-3EFB-CF28-397B-0C13FB245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29" y="266258"/>
            <a:ext cx="10507541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A1E807-2BC5-CFEF-E69C-EF580EFDD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1" y="356759"/>
            <a:ext cx="10231278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A97F3F3-7186-54E7-BCA2-6881B7586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8" y="318653"/>
            <a:ext cx="12136544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53D1052-865A-98D4-24DA-D4C725E47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01" y="1685681"/>
            <a:ext cx="5353797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8A8CA9-1B42-F0C3-B251-2B91A159B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6" y="32863"/>
            <a:ext cx="11298227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65E509-B041-57C9-4978-36B20DE05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99548"/>
            <a:ext cx="11450648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9A6B14-3EAF-5129-7BCA-58C0AE85C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32863"/>
            <a:ext cx="11765017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21444B-A824-1DB8-2A6C-BC92AE860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" y="432969"/>
            <a:ext cx="12127017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739CDE-EB86-7263-A0D8-484A96C1E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662"/>
            <a:ext cx="12192000" cy="602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188D67-278C-942A-9756-3CDDB1C35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319"/>
            <a:ext cx="12192000" cy="570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83FD60-B2B0-1916-4F71-A3583F7A2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280"/>
            <a:ext cx="12192000" cy="618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FD8EB5-641F-87F6-1370-0120F4ED2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55" y="542522"/>
            <a:ext cx="11574490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3D604E-8DDF-2977-AA05-EC7EB78A3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26" y="0"/>
            <a:ext cx="95545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C07946-FFFD-F524-7EEA-3A1075E2B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256" y="0"/>
            <a:ext cx="48414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3D1BC4-BBFF-1E98-6A41-6A3C887AD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7" y="213864"/>
            <a:ext cx="11688806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4EC0-D362-A5BF-9878-1F0E5BD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ABC273A-A395-54A1-C30F-173837B06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45" y="185285"/>
            <a:ext cx="10278909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BEC0-209B-B779-CE32-7B50BD8C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A9DF06-830C-9D8C-424F-30A7E0DB1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97" y="323416"/>
            <a:ext cx="11869806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93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D83A-D9B2-BB2E-B96F-6B292181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FCB7D1-7CCF-F5D9-6D2A-824879B9B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342469"/>
            <a:ext cx="11736438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56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A3B1-F25B-36F8-1550-CC911E07E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3984BE-ABC6-50B8-5AC6-349F433E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442495"/>
            <a:ext cx="11345858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81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7481-64AB-6B07-7AD4-F513B118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173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</Words>
  <Application>Microsoft Office PowerPoint</Application>
  <PresentationFormat>와이드스크린</PresentationFormat>
  <Paragraphs>1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(메타분석)갱년기 치료제, 리비알 연구-예방의학강의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2</cp:revision>
  <dcterms:created xsi:type="dcterms:W3CDTF">2025-05-21T01:49:46Z</dcterms:created>
  <dcterms:modified xsi:type="dcterms:W3CDTF">2025-07-08T06:04:56Z</dcterms:modified>
</cp:coreProperties>
</file>