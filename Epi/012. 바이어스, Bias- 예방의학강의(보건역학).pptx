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바이어스</a:t>
            </a:r>
            <a:r>
              <a:rPr lang="en-US" altLang="ko-KR" b="1" dirty="0"/>
              <a:t>, Bias- </a:t>
            </a:r>
            <a:r>
              <a:rPr lang="ko-KR" altLang="en-US" b="1" dirty="0"/>
              <a:t>예방의학강의</a:t>
            </a:r>
            <a:r>
              <a:rPr lang="en-US" altLang="ko-KR" b="1" dirty="0"/>
              <a:t>(</a:t>
            </a:r>
            <a:r>
              <a:rPr lang="ko-KR" altLang="en-US" b="1" dirty="0"/>
              <a:t>보건역학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90476-9298-4000-F8A0-56BAD9026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475838"/>
            <a:ext cx="10164594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F21EBE-1B68-237C-22C3-8D170C75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842601"/>
            <a:ext cx="8926171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05D261-7221-64A1-DEC9-20F8AB6FD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280548"/>
            <a:ext cx="11403016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4281CD-8287-A7EB-37A5-AA8560DC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185285"/>
            <a:ext cx="11488753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D81987-9434-8A84-ABF5-C83D65D33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242443"/>
            <a:ext cx="1203175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38EDC4-884A-2D80-03F0-076934F6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290074"/>
            <a:ext cx="1161259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860610-8B36-D87C-525C-B67C30F93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09" y="232916"/>
            <a:ext cx="9545382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073ABA-6E6C-B24D-651A-908E0D457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537759"/>
            <a:ext cx="11050542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FF8212-BD16-BEF6-C4B0-0B647215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294837"/>
            <a:ext cx="11193437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3ACAB5-7A0F-3A4F-2C6A-C2622060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837838"/>
            <a:ext cx="8106906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CC0DE0-A18B-FD55-5D3B-F425F7D4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99574"/>
            <a:ext cx="11622122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C84903-71DF-27B6-76B7-D8A96EC6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094"/>
            <a:ext cx="12192000" cy="60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1AD074-A129-CBC8-E6DB-76F932FE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318653"/>
            <a:ext cx="11726912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DD5178-3A95-DDAF-E43D-3202C465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0" y="185285"/>
            <a:ext cx="7554379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C8D814-BB89-BA26-6691-1EE86AD7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356759"/>
            <a:ext cx="12155596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186672-2BD5-33D1-EA3C-DECD3430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413916"/>
            <a:ext cx="12079386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FBB9A9-F58E-2D7A-0E5E-A30C0A2E3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304364"/>
            <a:ext cx="11622122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C44407-5BE8-BC58-1F57-3139696B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39" y="285311"/>
            <a:ext cx="1180312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A3B1-F25B-36F8-1550-CC911E0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8FFAE2-5B96-67F4-90B3-F69195FB2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452022"/>
            <a:ext cx="11526859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81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7481-64AB-6B07-7AD4-F513B118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17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와이드스크린</PresentationFormat>
  <Paragraphs>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바이어스, Bias- 예방의학강의(보건역학)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2025-07-08T08:21:26Z</dcterms:modified>
</cp:coreProperties>
</file>