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4" autoAdjust="0"/>
    <p:restoredTop sz="94660"/>
  </p:normalViewPr>
  <p:slideViewPr>
    <p:cSldViewPr snapToGrid="0">
      <p:cViewPr varScale="1">
        <p:scale>
          <a:sx n="73" d="100"/>
          <a:sy n="73" d="100"/>
        </p:scale>
        <p:origin x="8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18FA6-84DA-506B-7FBA-20AAA42FC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7BFF24-D68F-3223-6B09-AD71EA30E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D0333C-4E2E-ED87-1814-8CF062F6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73B1FE-C8FA-99D2-3BBD-5DC4570A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A1DFE-A35A-E9C4-A268-EC7B86AC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757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C3328-C6B3-CC62-01BE-B0DFB8F3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5B566-DC08-2F56-D052-62828ACAC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4F12D-DFB5-1DD9-DD26-685D0443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3100EA-BAAD-BB14-8197-3D99220B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8B5EE-CE6F-91F0-8381-5AA208B67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2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883D1-9EF0-4B44-82B0-B823F44C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9341E-D9B8-A587-70A5-7FE390253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278581-0DBC-3181-B663-2BC4917DB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7E271D-73F6-F112-6270-DFF9BEB63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928C6D-E67E-0AAD-DF16-532607E4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175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B7700-7E68-B001-187F-F66700AC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ED6692-A002-3730-3F2D-94E5F7992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E3C37-4B6A-9A36-9388-C95C0486D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FCC94-D9AB-FD8C-F0AF-01DD90E7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D1B7E8-5770-6FD0-1699-EA0487153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37212-786F-C1DB-B03D-40B667B0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91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1718E-EE15-63A1-E832-2D3D7713F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E79B59-D25D-0B96-03A5-E8DB05A7D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81E3AC-2C30-1EA8-F48C-782269227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1A141D-7E45-DB5B-9BBB-02DEE9D17B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5BE56B-3010-8BE0-EFE9-552DD5BC6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3C172D-20A6-E0C1-81B6-029762544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4FE57C-9B00-A261-550F-7F45131B3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6D2FB3-8101-D752-63DB-C36BC96A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81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CB91A-0794-239F-0A85-909263F1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2BCA20-45AF-2FFF-268C-6DF30BEA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9AF50E-8BD9-58AA-808D-41546AE2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F7B07C-F920-9CB5-0CE4-4BC8621E2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40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683658-91BA-88CD-4B0E-79B51750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927538-247C-892D-CF04-A9AC86F7D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995148-5686-02CB-1A27-6553029D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4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04D0C-5731-70C1-8269-A23C0E9A5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3C4B33-2C06-6F3D-B7E5-1E2BD9380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1F113-3C48-3DB4-E8F3-924DC1EFB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84D50A-9015-9461-FA0D-440B4E74F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AA014B-BF64-5CC5-64B0-5C37CE6B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EE44CF-64D5-8ECD-43A9-602D0976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27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03B82-373F-60CE-E372-F71D6D6C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4B40FA-4D80-58CF-050B-06819200AB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11301D-8185-95DF-DF8B-3D23A50A5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4B52F2-E0A5-2F67-FC09-B678A97C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5E1D2F-EAAC-84BB-7ED8-68A5393A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A554BC-DAE0-467A-F8B4-D740DA07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6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5DBF1-FDFC-DA1C-B11F-E81ED366C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0327BD-BEEC-1F14-3BA3-07C7CDA57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202CFA-D5E2-B888-3ED6-237F7D58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58E03C-9982-EAEF-C8F4-4211248F1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A80E75-6A4E-EE26-DA0F-7CF2DCEB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93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4C2FC0-FD72-BCAF-1675-792154EF0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ED98B6-001E-3423-B26F-9ED53D7F4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5CAA-9FC7-0699-97B5-C65CDFB93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0B377-9646-1A7D-EDAC-A578A8EA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76DCBC-52F9-8B9F-4B53-11B1ACE7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01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0C5BC2-7A7A-A052-B213-06147ECFC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1D699A-D9EF-22C8-BD45-E4D75F02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79E1C3-F73A-FA58-6560-7056727C9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6D6FFC-9E54-DFC7-83F0-8F8475413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DBA465-C8B8-CEFA-C618-8925F0CB8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25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A2931-C995-CFBB-2939-8BE6924DE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err="1"/>
              <a:t>무작위임상시험</a:t>
            </a:r>
            <a:r>
              <a:rPr lang="en-US" altLang="ko-KR" b="1" dirty="0"/>
              <a:t>,randomized controlled trial-</a:t>
            </a:r>
            <a:r>
              <a:rPr lang="ko-KR" altLang="en-US" b="1" dirty="0"/>
              <a:t>예방의학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8F849E-4CCE-AC26-DB75-EAB1DC7FAA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996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ABA24A9-6019-7D4C-2DBA-9460EF320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60" y="413916"/>
            <a:ext cx="11136279" cy="60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1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B0147-ECD6-E416-EDA5-9DBF5CE9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81B7B9F-B25C-D732-4D3E-F34A16CEB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29" y="375811"/>
            <a:ext cx="9964541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1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18822-CBA4-F810-9958-F989137C6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F914E35-C972-63B3-F295-B2D721717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4" y="456785"/>
            <a:ext cx="12088912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8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B8648-4E7E-77D8-BF73-9356DB15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F27617C-A85B-FCF3-D31F-F9C9A4375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3" y="432969"/>
            <a:ext cx="12031754" cy="599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05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DA2B-5A04-569D-F82D-8EDF0BAB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CD70D13-31E1-3AF8-F35D-B8B167923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02" y="294837"/>
            <a:ext cx="11250595" cy="62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38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B4D7-76D8-9934-59D4-8CC5F74C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D77C135-3E5D-01F6-229F-3B68C162D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3" y="366285"/>
            <a:ext cx="11850754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88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D61F-2238-FDF7-FA0C-13371DED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50900ED-D1A2-93EC-BC30-F49F09498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91" y="223390"/>
            <a:ext cx="11765017" cy="641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1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0011-9532-8100-B880-BF253643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3A66288-F02E-C6B4-AE14-87480AC9F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889" y="537759"/>
            <a:ext cx="7678222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97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DCD7-D066-79D5-E2F6-AE80C4B2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F205E5D-BF63-B7A0-5558-EBE926DD7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4" y="585390"/>
            <a:ext cx="12117491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92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A1DE3-45E0-8E30-7B21-0D2D41B3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AB90B99-440E-1FBC-F0BF-92AB72A3B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1" y="623496"/>
            <a:ext cx="12098438" cy="561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70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5301B-F829-5515-A162-9254CB44C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0588BCE-4110-9C66-00B5-108604025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70" y="271022"/>
            <a:ext cx="11707859" cy="631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87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B620-FE4E-FA16-C093-CC7CADE66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80BEA08-ACC2-5BFB-F53B-2A202F143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91" y="313890"/>
            <a:ext cx="11765017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46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C838-3127-2704-9F3F-4F3A05ED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E2AB4EF-6D50-1CB1-1DAE-90B0534F7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65" y="294837"/>
            <a:ext cx="11784070" cy="62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7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68556-AB2E-16F9-AF03-33A3A5AF2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06EE20-75BE-D94E-E42E-3E8748C8A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03" y="733049"/>
            <a:ext cx="10707594" cy="53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28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5E51A-CD25-09D1-728E-3F4835E9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AE558C-9BB8-E130-F27C-59F2AABBA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02" y="961680"/>
            <a:ext cx="11069595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88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C63AD-3235-7DEC-C7AB-7963EB6C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718B93D-6D10-EFDD-A92E-31F23C4D9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3" y="485364"/>
            <a:ext cx="11850754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349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E4EC0-D362-A5BF-9878-1F0E5BDD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66AC413-45BE-A4F2-5DB4-27B8763B7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12" y="251969"/>
            <a:ext cx="11641175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98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9BEC0-209B-B779-CE32-7B50BD8CE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BB002D7-E1F4-C56B-43B8-FCDF7D8A7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13" y="423443"/>
            <a:ext cx="10555173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93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FD83A-D9B2-BB2E-B96F-6B2921814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46565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BA3B1-F25B-36F8-1550-CC911E07E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2681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</Words>
  <Application>Microsoft Office PowerPoint</Application>
  <PresentationFormat>와이드스크린</PresentationFormat>
  <Paragraphs>1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Office 테마</vt:lpstr>
      <vt:lpstr>무작위임상시험,randomized controlled trial-예방의학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 Devo</dc:creator>
  <cp:lastModifiedBy>Red Devo</cp:lastModifiedBy>
  <cp:revision>2</cp:revision>
  <dcterms:created xsi:type="dcterms:W3CDTF">2025-05-21T01:49:46Z</dcterms:created>
  <dcterms:modified xsi:type="dcterms:W3CDTF">2025-07-08T08:12:19Z</dcterms:modified>
</cp:coreProperties>
</file>