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/>
              <a:t>비교위험도</a:t>
            </a:r>
            <a:r>
              <a:rPr lang="en-US" altLang="ko-KR" b="1" dirty="0"/>
              <a:t>, relative risk, RR -</a:t>
            </a:r>
            <a:r>
              <a:rPr lang="ko-KR" altLang="en-US" b="1" dirty="0"/>
              <a:t>예방의학강의</a:t>
            </a:r>
            <a:r>
              <a:rPr lang="en-US" altLang="ko-KR" b="1" dirty="0"/>
              <a:t>(</a:t>
            </a:r>
            <a:r>
              <a:rPr lang="ko-KR" altLang="en-US" b="1" dirty="0"/>
              <a:t>보건역학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8C7742-1E16-ECA5-D3DC-A05C36147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304364"/>
            <a:ext cx="11231542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82E6F8-F6B5-38CE-1861-35B87993D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328180"/>
            <a:ext cx="11041016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FE37AB-08D2-DCC2-6D63-EE9CDD22A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63" y="532996"/>
            <a:ext cx="7878274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CB3D24-2439-AC93-B2FE-6F7482FE7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1199839"/>
            <a:ext cx="9307224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2C4306-228F-A59C-2815-3CE897E9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1180786"/>
            <a:ext cx="8869013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8A7D2D-9DDF-D21D-B35E-EBF6077FB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266258"/>
            <a:ext cx="11707859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35376A-DE9A-4907-4BF3-5BB2E1F03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50" y="442495"/>
            <a:ext cx="10564699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7177FC-A555-7BDA-25DE-DC2E47D05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337706"/>
            <a:ext cx="10402752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BE502A-07DB-C4B4-B958-C6A36B575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232916"/>
            <a:ext cx="10831437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FC1938-1E6D-51EF-20FB-8B35CD41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34" y="437732"/>
            <a:ext cx="11517332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8D1871-7605-069C-14FC-EFAF4B78F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413916"/>
            <a:ext cx="10355120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CAAA8B-D574-0E28-6777-482A21A92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93" y="190048"/>
            <a:ext cx="9593014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31391E-2E6C-BF1C-69EB-342D5665D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613969"/>
            <a:ext cx="11650701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8DD3B4-E81D-75DA-CC61-FE8679705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8149"/>
            <a:ext cx="12192000" cy="494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572113-749D-17E3-6BA7-67BF360BC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633022"/>
            <a:ext cx="11526859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F7BD46-D235-8F51-86CC-FB11F7E7E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08" y="223390"/>
            <a:ext cx="9907383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868EF6-4CC3-EA61-2BED-E46650FEF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390101"/>
            <a:ext cx="10945753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D83A-D9B2-BB2E-B96F-6B292181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65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</Words>
  <Application>Microsoft Office PowerPoint</Application>
  <PresentationFormat>와이드스크린</PresentationFormat>
  <Paragraphs>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비교위험도, relative risk, RR -예방의학강의(보건역학)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2025-07-08T06:14:05Z</dcterms:modified>
</cp:coreProperties>
</file>