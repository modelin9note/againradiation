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ko-KR" altLang="en-US" dirty="0"/>
            </a:br>
            <a:r>
              <a:rPr lang="en-US" altLang="ko-KR" b="1" dirty="0"/>
              <a:t>[</a:t>
            </a:r>
            <a:r>
              <a:rPr lang="ko-KR" altLang="en-US" b="1" dirty="0"/>
              <a:t>환자 대조군 연구</a:t>
            </a:r>
            <a:r>
              <a:rPr lang="en-US" altLang="ko-KR" b="1" dirty="0"/>
              <a:t>]</a:t>
            </a:r>
            <a:r>
              <a:rPr lang="ko-KR" altLang="en-US" b="1" dirty="0"/>
              <a:t>임상연구디자인</a:t>
            </a:r>
            <a:r>
              <a:rPr lang="en-US" altLang="ko-KR" b="1" dirty="0"/>
              <a:t>,Case-control study-</a:t>
            </a:r>
            <a:r>
              <a:rPr lang="ko-KR" altLang="en-US" b="1" dirty="0"/>
              <a:t>예방의학강의</a:t>
            </a:r>
            <a:r>
              <a:rPr lang="en-US" altLang="ko-KR" b="1" dirty="0"/>
              <a:t>,</a:t>
            </a:r>
            <a:r>
              <a:rPr lang="ko-KR" altLang="en-US" b="1" dirty="0"/>
              <a:t>보건역학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25A3FC-112C-844D-3A31-6F1B42C2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428206"/>
            <a:ext cx="10155067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9A52DC-61FC-8A40-B42F-8983A3ED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34" y="456785"/>
            <a:ext cx="10612331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A17F07-6C35-23A9-F66C-F1AC8B02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266258"/>
            <a:ext cx="10440857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412074-C097-426B-8B8B-5384FA5A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271022"/>
            <a:ext cx="10507541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410F6A-7FB5-A7F8-DCE1-0329BB0F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413916"/>
            <a:ext cx="10717121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13031B-EBF0-F9B9-7C57-4FC9201C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652075"/>
            <a:ext cx="11526859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362324-B0B5-37F9-175C-92395493B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571101"/>
            <a:ext cx="11488753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BE2275-EFF8-CE9A-53E2-3A180E925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661601"/>
            <a:ext cx="11726912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7004EA-17EC-5992-767E-E96F03074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380574"/>
            <a:ext cx="8507012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5826D2-D089-1E54-CB87-33D1D1B47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1" y="304364"/>
            <a:ext cx="11555438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F80964-DEC8-F69A-C236-ACFA3ED90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351995"/>
            <a:ext cx="10021699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0A9A17-0387-C201-62D5-19942D9D6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318653"/>
            <a:ext cx="11145805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D0F544-1F6C-2824-F38E-117459146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08" y="394864"/>
            <a:ext cx="9907383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B684DB-C323-026C-26E5-B6C492D8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418680"/>
            <a:ext cx="10821910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F77AC4-9F79-9310-9911-8DB1E652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3" y="432969"/>
            <a:ext cx="10555173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와이드스크린</PresentationFormat>
  <Paragraphs>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 [환자 대조군 연구]임상연구디자인,Case-control study-예방의학강의,보건역학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3</cp:revision>
  <dcterms:created xsi:type="dcterms:W3CDTF">2025-05-21T01:49:46Z</dcterms:created>
  <dcterms:modified xsi:type="dcterms:W3CDTF">2025-07-08T06:27:29Z</dcterms:modified>
</cp:coreProperties>
</file>