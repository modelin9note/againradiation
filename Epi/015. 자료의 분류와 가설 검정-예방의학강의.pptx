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64" autoAdjust="0"/>
    <p:restoredTop sz="94660"/>
  </p:normalViewPr>
  <p:slideViewPr>
    <p:cSldViewPr snapToGrid="0">
      <p:cViewPr varScale="1">
        <p:scale>
          <a:sx n="73" d="100"/>
          <a:sy n="73" d="100"/>
        </p:scale>
        <p:origin x="84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518FA6-84DA-506B-7FBA-20AAA42FC5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07BFF24-D68F-3223-6B09-AD71EA30ED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D0333C-4E2E-ED87-1814-8CF062F65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73B1FE-C8FA-99D2-3BBD-5DC4570A3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AA1DFE-A35A-E9C4-A268-EC7B86AC5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4757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C3328-C6B3-CC62-01BE-B0DFB8F3E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15B566-DC08-2F56-D052-62828ACAC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F4F12D-DFB5-1DD9-DD26-685D0443F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3100EA-BAAD-BB14-8197-3D99220B6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A8B5EE-CE6F-91F0-8381-5AA208B67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523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8883D1-9EF0-4B44-82B0-B823F44CE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D9341E-D9B8-A587-70A5-7FE3902530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278581-0DBC-3181-B663-2BC4917DB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7E271D-73F6-F112-6270-DFF9BEB63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928C6D-E67E-0AAD-DF16-532607E4B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175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EB7700-7E68-B001-187F-F66700ACD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ED6692-A002-3730-3F2D-94E5F79923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AE3C37-4B6A-9A36-9388-C95C0486D8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3FCC94-D9AB-FD8C-F0AF-01DD90E71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CD1B7E8-5770-6FD0-1699-EA0487153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637212-786F-C1DB-B03D-40B667B09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1919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51718E-EE15-63A1-E832-2D3D7713F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E79B59-D25D-0B96-03A5-E8DB05A7D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981E3AC-2C30-1EA8-F48C-782269227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11A141D-7E45-DB5B-9BBB-02DEE9D17B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75BE56B-3010-8BE0-EFE9-552DD5BC60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73C172D-20A6-E0C1-81B6-029762544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A4FE57C-9B00-A261-550F-7F45131B3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36D2FB3-8101-D752-63DB-C36BC96AE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3881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7CB91A-0794-239F-0A85-909263F10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52BCA20-45AF-2FFF-268C-6DF30BEA9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E9AF50E-8BD9-58AA-808D-41546AE25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4F7B07C-F920-9CB5-0CE4-4BC8621E2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3408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4683658-91BA-88CD-4B0E-79B51750E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E927538-247C-892D-CF04-A9AC86F7D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995148-5686-02CB-1A27-6553029DC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841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404D0C-5731-70C1-8269-A23C0E9A5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3C4B33-2C06-6F3D-B7E5-1E2BD9380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71F113-3C48-3DB4-E8F3-924DC1EFB3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84D50A-9015-9461-FA0D-440B4E74F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DAA014B-BF64-5CC5-64B0-5C37CE6B7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EE44CF-64D5-8ECD-43A9-602D09763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6276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503B82-373F-60CE-E372-F71D6D6C8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B4B40FA-4D80-58CF-050B-06819200AB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C11301D-8185-95DF-DF8B-3D23A50A5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64B52F2-E0A5-2F67-FC09-B678A97CD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5E1D2F-EAAC-84BB-7ED8-68A5393AD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A554BC-DAE0-467A-F8B4-D740DA078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4654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F5DBF1-FDFC-DA1C-B11F-E81ED366C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30327BD-BEEC-1F14-3BA3-07C7CDA57D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202CFA-D5E2-B888-3ED6-237F7D585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58E03C-9982-EAEF-C8F4-4211248F1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A80E75-6A4E-EE26-DA0F-7CF2DCEB3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0930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F4C2FC0-FD72-BCAF-1675-792154EF03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BED98B6-001E-3423-B26F-9ED53D7F46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D05CAA-9FC7-0699-97B5-C65CDFB93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10B377-9646-1A7D-EDAC-A578A8EA7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76DCBC-52F9-8B9F-4B53-11B1ACE7E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9019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70C5BC2-7A7A-A052-B213-06147ECFC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1D699A-D9EF-22C8-BD45-E4D75F024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79E1C3-F73A-FA58-6560-7056727C9E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537CA-388C-43D5-880F-2F7B09D18D8A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6D6FFC-9E54-DFC7-83F0-8F8475413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DBA465-C8B8-CEFA-C618-8925F0CB8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8257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5A2931-C995-CFBB-2939-8BE6924DEB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/>
              <a:t>자료의 분류와 가설 검정</a:t>
            </a:r>
            <a:r>
              <a:rPr lang="en-US" altLang="ko-KR" b="1" dirty="0"/>
              <a:t>-</a:t>
            </a:r>
            <a:r>
              <a:rPr lang="ko-KR" altLang="en-US" b="1" dirty="0"/>
              <a:t>예방의학강의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B8F849E-4CCE-AC26-DB75-EAB1DC7FAA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996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1AAC2F6-960E-1C69-15D9-825A41CC7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29" y="518706"/>
            <a:ext cx="9964541" cy="582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015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B0147-ECD6-E416-EDA5-9DBF5CE98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BAD0F93-0ABF-686B-549C-C8104F48C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283" y="399627"/>
            <a:ext cx="8659433" cy="6058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512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18822-CBA4-F810-9958-F989137C6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4799860-26CD-CE4B-5B18-4807E2761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55" y="85258"/>
            <a:ext cx="11212490" cy="6687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085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B8648-4E7E-77D8-BF73-9356DB154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D36F50A-FA87-8B5D-2F24-8E42C44A7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18" y="161469"/>
            <a:ext cx="11564964" cy="6535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605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DA2B-5A04-569D-F82D-8EDF0BAB0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3E70559-05A8-C81B-2351-745C1D14E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755" y="190048"/>
            <a:ext cx="10488489" cy="647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938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AB4D7-76D8-9934-59D4-8CC5F74CE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24488CC-6093-DDE1-62CD-3CE436117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650" y="209100"/>
            <a:ext cx="11288700" cy="6439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688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3D61F-2238-FDF7-FA0C-13371DED0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A6A642D-2DA2-E8F3-F747-042D1A025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544" y="137653"/>
            <a:ext cx="11364911" cy="658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31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80011-9532-8100-B880-BF2536430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A2341E6-6B25-95F7-D9D2-3ADB0311F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08" y="523469"/>
            <a:ext cx="11174384" cy="5811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397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BDCD7-D066-79D5-E2F6-AE80C4B24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6155EB4-1017-DA32-F8E9-72D1F3817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491" y="509180"/>
            <a:ext cx="11765017" cy="583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92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A1DE3-45E0-8E30-7B21-0D2D41B38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96C66B7-C229-EBB8-B792-0D76EF875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54" y="175758"/>
            <a:ext cx="11936491" cy="6506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570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5301B-F829-5515-A162-9254CB44C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CED248D-550C-59CE-FE81-C8F158DE8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519" y="456785"/>
            <a:ext cx="10116962" cy="594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987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6B620-FE4E-FA16-C093-CC7CADE66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6046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9C838-3127-2704-9F3F-4F3A05ED7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077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</Words>
  <Application>Microsoft Office PowerPoint</Application>
  <PresentationFormat>와이드스크린</PresentationFormat>
  <Paragraphs>1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테마</vt:lpstr>
      <vt:lpstr>자료의 분류와 가설 검정-예방의학강의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Red Devo</dc:creator>
  <cp:lastModifiedBy>Red Devo</cp:lastModifiedBy>
  <cp:revision>2</cp:revision>
  <dcterms:created xsi:type="dcterms:W3CDTF">2025-05-21T01:49:46Z</dcterms:created>
  <dcterms:modified xsi:type="dcterms:W3CDTF">2025-07-09T01:07:35Z</dcterms:modified>
</cp:coreProperties>
</file>