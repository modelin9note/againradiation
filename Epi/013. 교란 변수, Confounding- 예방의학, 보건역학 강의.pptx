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/>
              <a:t>교란 변수</a:t>
            </a:r>
            <a:r>
              <a:rPr lang="en-US" altLang="ko-KR" b="1" dirty="0"/>
              <a:t>, Confounding- </a:t>
            </a:r>
            <a:r>
              <a:rPr lang="ko-KR" altLang="en-US" b="1" dirty="0"/>
              <a:t>예방의학</a:t>
            </a:r>
            <a:r>
              <a:rPr lang="en-US" altLang="ko-KR" b="1" dirty="0"/>
              <a:t>, </a:t>
            </a:r>
            <a:r>
              <a:rPr lang="ko-KR" altLang="en-US" b="1" dirty="0"/>
              <a:t>보건역학 강의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C8844F-8766-1FF7-4AC2-D47C1385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385337"/>
            <a:ext cx="1173643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97AF48-8AF2-03A1-440E-4E1FF9DF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513943"/>
            <a:ext cx="9497750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8E9017-5FEB-FC22-921A-277604F36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6" y="256732"/>
            <a:ext cx="11660227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48CF8B-F839-B3AC-8385-6D4FD91CF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69"/>
            <a:ext cx="12192000" cy="634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DDEE97-58DA-BBDF-97DA-37A51EF8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60"/>
            <a:ext cx="12192000" cy="65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B7C966-7353-FCD5-EDFC-8BE891A72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062"/>
            <a:ext cx="12192000" cy="64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9B8D60-AAFF-50DE-F981-27B333594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652075"/>
            <a:ext cx="11745964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90C9EF-AFA1-2DFA-7189-B7F602E37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261495"/>
            <a:ext cx="11307753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C51293-7D85-287C-27C0-2A32A7A33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59" y="613969"/>
            <a:ext cx="5963482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7FE6B6-CDCA-EF1D-732E-4042123B6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884"/>
            <a:ext cx="12192000" cy="61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094258-4974-5FA3-ECC1-E18788A6D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590154"/>
            <a:ext cx="11250595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와이드스크린</PresentationFormat>
  <Paragraphs>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교란 변수, Confounding- 예방의학, 보건역학 강의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2025-07-09T00:47:59Z</dcterms:modified>
</cp:coreProperties>
</file>