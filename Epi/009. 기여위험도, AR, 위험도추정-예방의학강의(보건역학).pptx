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기여위험도</a:t>
            </a:r>
            <a:r>
              <a:rPr lang="en-US" altLang="ko-KR" b="1" dirty="0"/>
              <a:t>, AR, </a:t>
            </a:r>
            <a:r>
              <a:rPr lang="ko-KR" altLang="en-US" b="1" dirty="0"/>
              <a:t>위험도추정</a:t>
            </a:r>
            <a:r>
              <a:rPr lang="en-US" altLang="ko-KR" b="1" dirty="0"/>
              <a:t>-</a:t>
            </a:r>
            <a:r>
              <a:rPr lang="ko-KR" altLang="en-US" b="1" dirty="0"/>
              <a:t>예방의학강의</a:t>
            </a:r>
            <a:r>
              <a:rPr lang="en-US" altLang="ko-KR" b="1" dirty="0"/>
              <a:t>(</a:t>
            </a:r>
            <a:r>
              <a:rPr lang="ko-KR" altLang="en-US" b="1" dirty="0"/>
              <a:t>보건역학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89B514-6DD5-53F1-3872-7BBDE6B0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633022"/>
            <a:ext cx="10021699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FCCDF0-36C2-B224-3035-DDF28A857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452022"/>
            <a:ext cx="8973802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5BDD83-730C-283A-B5A6-4D8050DC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428206"/>
            <a:ext cx="1140301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1F7FFE-7DEC-A602-0320-11BC9E2A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0" y="518706"/>
            <a:ext cx="9631119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84876F-D1B5-C482-71AD-7D1A8B27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294837"/>
            <a:ext cx="11631648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2A8EE5-2222-8FE7-C147-147D4874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351995"/>
            <a:ext cx="11536385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5D5473-F77C-AA60-5405-E8710629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2234"/>
            <a:ext cx="12192000" cy="36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B675A8-1895-22D2-F538-890D1CE1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385337"/>
            <a:ext cx="8773749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F608C5-CFBA-80FC-E527-582A865C3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347232"/>
            <a:ext cx="10402752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71C49F-A0C0-A21A-9678-25611E0C7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5" y="318653"/>
            <a:ext cx="10488489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866C1F-C1BE-F594-D5D1-CA13CD78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871180"/>
            <a:ext cx="11736438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C939E5-6FE7-5016-DC48-090970EA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694943"/>
            <a:ext cx="11707859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C786DD-861E-AA60-7AFB-B0ADD869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747338"/>
            <a:ext cx="11965070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D26A96-51DB-0CFA-8AF5-118B6262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585390"/>
            <a:ext cx="10583752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</Words>
  <Application>Microsoft Office PowerPoint</Application>
  <PresentationFormat>와이드스크린</PresentationFormat>
  <Paragraphs>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기여위험도, AR, 위험도추정-예방의학강의(보건역학)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3</cp:revision>
  <dcterms:created xsi:type="dcterms:W3CDTF">2025-05-21T01:49:46Z</dcterms:created>
  <dcterms:modified xsi:type="dcterms:W3CDTF">2025-07-08T06:36:58Z</dcterms:modified>
</cp:coreProperties>
</file>