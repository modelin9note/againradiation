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64" autoAdjust="0"/>
    <p:restoredTop sz="94660"/>
  </p:normalViewPr>
  <p:slideViewPr>
    <p:cSldViewPr snapToGrid="0">
      <p:cViewPr varScale="1">
        <p:scale>
          <a:sx n="73" d="100"/>
          <a:sy n="73" d="100"/>
        </p:scale>
        <p:origin x="84" y="6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518FA6-84DA-506B-7FBA-20AAA42FC5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07BFF24-D68F-3223-6B09-AD71EA30ED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D0333C-4E2E-ED87-1814-8CF062F65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537CA-388C-43D5-880F-2F7B09D18D8A}" type="datetimeFigureOut">
              <a:rPr lang="ko-KR" altLang="en-US" smtClean="0"/>
              <a:t>2025-07-09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873B1FE-C8FA-99D2-3BBD-5DC4570A37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AAA1DFE-A35A-E9C4-A268-EC7B86AC5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6C5AA-8811-421B-B336-0AEDBDB360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47576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7C3328-C6B3-CC62-01BE-B0DFB8F3E6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015B566-DC08-2F56-D052-62828ACACA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CF4F12D-DFB5-1DD9-DD26-685D0443F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537CA-388C-43D5-880F-2F7B09D18D8A}" type="datetimeFigureOut">
              <a:rPr lang="ko-KR" altLang="en-US" smtClean="0"/>
              <a:t>2025-07-09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C3100EA-BAAD-BB14-8197-3D99220B6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7A8B5EE-CE6F-91F0-8381-5AA208B67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6C5AA-8811-421B-B336-0AEDBDB360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75238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8883D1-9EF0-4B44-82B0-B823F44CE7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BD9341E-D9B8-A587-70A5-7FE3902530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278581-0DBC-3181-B663-2BC4917DB5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537CA-388C-43D5-880F-2F7B09D18D8A}" type="datetimeFigureOut">
              <a:rPr lang="ko-KR" altLang="en-US" smtClean="0"/>
              <a:t>2025-07-09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07E271D-73F6-F112-6270-DFF9BEB638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9928C6D-E67E-0AAD-DF16-532607E4B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6C5AA-8811-421B-B336-0AEDBDB360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01755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EB7700-7E68-B001-187F-F66700ACD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FED6692-A002-3730-3F2D-94E5F79923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5AE3C37-4B6A-9A36-9388-C95C0486D8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73FCC94-D9AB-FD8C-F0AF-01DD90E71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537CA-388C-43D5-880F-2F7B09D18D8A}" type="datetimeFigureOut">
              <a:rPr lang="ko-KR" altLang="en-US" smtClean="0"/>
              <a:t>2025-07-09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CD1B7E8-5770-6FD0-1699-EA0487153E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9637212-786F-C1DB-B03D-40B667B09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6C5AA-8811-421B-B336-0AEDBDB360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19191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51718E-EE15-63A1-E832-2D3D7713F0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2E79B59-D25D-0B96-03A5-E8DB05A7D7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981E3AC-2C30-1EA8-F48C-782269227D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11A141D-7E45-DB5B-9BBB-02DEE9D17B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75BE56B-3010-8BE0-EFE9-552DD5BC60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73C172D-20A6-E0C1-81B6-029762544B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537CA-388C-43D5-880F-2F7B09D18D8A}" type="datetimeFigureOut">
              <a:rPr lang="ko-KR" altLang="en-US" smtClean="0"/>
              <a:t>2025-07-09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A4FE57C-9B00-A261-550F-7F45131B33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36D2FB3-8101-D752-63DB-C36BC96AE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6C5AA-8811-421B-B336-0AEDBDB360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38817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7CB91A-0794-239F-0A85-909263F10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52BCA20-45AF-2FFF-268C-6DF30BEA9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537CA-388C-43D5-880F-2F7B09D18D8A}" type="datetimeFigureOut">
              <a:rPr lang="ko-KR" altLang="en-US" smtClean="0"/>
              <a:t>2025-07-09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E9AF50E-8BD9-58AA-808D-41546AE25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4F7B07C-F920-9CB5-0CE4-4BC8621E2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6C5AA-8811-421B-B336-0AEDBDB360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34089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4683658-91BA-88CD-4B0E-79B51750E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537CA-388C-43D5-880F-2F7B09D18D8A}" type="datetimeFigureOut">
              <a:rPr lang="ko-KR" altLang="en-US" smtClean="0"/>
              <a:t>2025-07-09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E927538-247C-892D-CF04-A9AC86F7D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B995148-5686-02CB-1A27-6553029DC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6C5AA-8811-421B-B336-0AEDBDB360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841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404D0C-5731-70C1-8269-A23C0E9A5C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23C4B33-2C06-6F3D-B7E5-1E2BD9380D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871F113-3C48-3DB4-E8F3-924DC1EFB3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B84D50A-9015-9461-FA0D-440B4E74F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537CA-388C-43D5-880F-2F7B09D18D8A}" type="datetimeFigureOut">
              <a:rPr lang="ko-KR" altLang="en-US" smtClean="0"/>
              <a:t>2025-07-09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DAA014B-BF64-5CC5-64B0-5C37CE6B7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DEE44CF-64D5-8ECD-43A9-602D09763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6C5AA-8811-421B-B336-0AEDBDB360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62765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503B82-373F-60CE-E372-F71D6D6C89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B4B40FA-4D80-58CF-050B-06819200AB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C11301D-8185-95DF-DF8B-3D23A50A5A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64B52F2-E0A5-2F67-FC09-B678A97CDB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537CA-388C-43D5-880F-2F7B09D18D8A}" type="datetimeFigureOut">
              <a:rPr lang="ko-KR" altLang="en-US" smtClean="0"/>
              <a:t>2025-07-09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B5E1D2F-EAAC-84BB-7ED8-68A5393ADB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EA554BC-DAE0-467A-F8B4-D740DA078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6C5AA-8811-421B-B336-0AEDBDB360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46544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F5DBF1-FDFC-DA1C-B11F-E81ED366C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30327BD-BEEC-1F14-3BA3-07C7CDA57D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C202CFA-D5E2-B888-3ED6-237F7D5853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537CA-388C-43D5-880F-2F7B09D18D8A}" type="datetimeFigureOut">
              <a:rPr lang="ko-KR" altLang="en-US" smtClean="0"/>
              <a:t>2025-07-09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F58E03C-9982-EAEF-C8F4-4211248F17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BA80E75-6A4E-EE26-DA0F-7CF2DCEB3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6C5AA-8811-421B-B336-0AEDBDB360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09306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F4C2FC0-FD72-BCAF-1675-792154EF03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BED98B6-001E-3423-B26F-9ED53D7F46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D05CAA-9FC7-0699-97B5-C65CDFB934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537CA-388C-43D5-880F-2F7B09D18D8A}" type="datetimeFigureOut">
              <a:rPr lang="ko-KR" altLang="en-US" smtClean="0"/>
              <a:t>2025-07-09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E10B377-9646-1A7D-EDAC-A578A8EA7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376DCBC-52F9-8B9F-4B53-11B1ACE7E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6C5AA-8811-421B-B336-0AEDBDB360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90198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70C5BC2-7A7A-A052-B213-06147ECFC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71D699A-D9EF-22C8-BD45-E4D75F024F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879E1C3-F73A-FA58-6560-7056727C9E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A537CA-388C-43D5-880F-2F7B09D18D8A}" type="datetimeFigureOut">
              <a:rPr lang="ko-KR" altLang="en-US" smtClean="0"/>
              <a:t>2025-07-09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C6D6FFC-9E54-DFC7-83F0-8F84754137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4DBA465-C8B8-CEFA-C618-8925F0CB83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16C5AA-8811-421B-B336-0AEDBDB360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82570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5A2931-C995-CFBB-2939-8BE6924DEB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ko-KR" altLang="en-US" b="1" dirty="0"/>
              <a:t>상호작용</a:t>
            </a:r>
            <a:r>
              <a:rPr lang="en-US" altLang="ko-KR" b="1" dirty="0"/>
              <a:t>,Interaction, Effect modification 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B8F849E-4CCE-AC26-DB75-EAB1DC7FAA2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79964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1E33212-F2B4-52A9-ED56-A29F2AD0AB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940" y="566338"/>
            <a:ext cx="10174120" cy="5725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40152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EB0147-ECD6-E416-EDA5-9DBF5CE984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233CB78-6B8D-8BCF-FDEA-01EEA9A0B1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4756" y="590154"/>
            <a:ext cx="9402487" cy="5677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85123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318822-CBA4-F810-9958-F989137C66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C506FE1-3C88-AB18-096E-85DE26FFBC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071" y="313890"/>
            <a:ext cx="10983858" cy="6230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00855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6B8648-4E7E-77D8-BF73-9356DB154E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B59A481-9D55-BE3A-9E3E-6F5CBAEEE1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1758" y="290074"/>
            <a:ext cx="6868484" cy="6277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46054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0DA2B-5A04-569D-F82D-8EDF0BAB0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5AAA260-87F3-9E3C-CDD1-74B4B5307D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65" y="561575"/>
            <a:ext cx="12146070" cy="5734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39388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BAB4D7-76D8-9934-59D4-8CC5F74CE7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1259A78-C5BF-175B-93E2-73930E1CDA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834" y="652075"/>
            <a:ext cx="10974332" cy="5553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46882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D3D61F-2238-FDF7-FA0C-13371DED0B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4F865B6-6B97-617A-02BB-349EE6084A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913" y="609206"/>
            <a:ext cx="11460174" cy="5639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5313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280011-9532-8100-B880-BF2536430B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CDAE42DF-F451-6FCB-143F-7534D90190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176" y="242443"/>
            <a:ext cx="11631648" cy="6373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63978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2BDCD7-D066-79D5-E2F6-AE80C4B24C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64690D2-1C8F-0A89-044F-D4FC637889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150" y="618733"/>
            <a:ext cx="10021699" cy="5620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5925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4A1DE3-45E0-8E30-7B21-0D2D41B38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5C2AC2E-6D04-7895-EDA4-C0DF71D519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12" y="628259"/>
            <a:ext cx="12003175" cy="5601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05705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85301B-F829-5515-A162-9254CB44C7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19726BE-CCC9-EAB5-2E52-F8EFD2FDD1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39" y="256732"/>
            <a:ext cx="11984122" cy="6344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59871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D6B620-FE4E-FA16-C093-CC7CADE662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577D2C6-A3CB-073E-C146-5498CE90AC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4283" y="690180"/>
            <a:ext cx="9383434" cy="5477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60466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E9C838-3127-2704-9F3F-4F3A05ED7A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2A502AA-804A-F748-8E7F-766454F071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151" y="204337"/>
            <a:ext cx="9297698" cy="6449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0778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68556-AB2E-16F9-AF03-33A3A5AF2B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AFB873D-D96A-B36A-9EE9-669659DE72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465" y="232916"/>
            <a:ext cx="11603069" cy="6392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71289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65E51A-CD25-09D1-728E-3F4835E9A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CEFA226F-0881-BBB7-27D0-0C1F8CCB96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1178" y="332943"/>
            <a:ext cx="7649643" cy="6192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78883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6C63AD-3235-7DEC-C7AB-7963EB6CC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5866C5E-22A0-524F-D53A-1440BD5E72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1679" y="1056944"/>
            <a:ext cx="7468642" cy="4744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63494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8E4EC0-D362-A5BF-9878-1F0E5BDDD8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B9532B6-7CC0-E1A2-FCD8-FA0BD801F5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100" y="814022"/>
            <a:ext cx="7163800" cy="5229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3982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F9BEC0-209B-B779-CE32-7B50BD8CE8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8C4F9C2-7801-C4BF-F47B-CD3A2A8FC7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2099" y="775917"/>
            <a:ext cx="7887801" cy="5306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60933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AFD83A-D9B2-BB2E-B96F-6B2921814A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CDE250C4-2DCD-F947-7607-4FB87E58F7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492" y="475838"/>
            <a:ext cx="11403016" cy="5906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46565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2BA3B1-F25B-36F8-1550-CC911E07E2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26813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</Words>
  <Application>Microsoft Office PowerPoint</Application>
  <PresentationFormat>와이드스크린</PresentationFormat>
  <Paragraphs>1</Paragraphs>
  <Slides>21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24" baseType="lpstr">
      <vt:lpstr>맑은 고딕</vt:lpstr>
      <vt:lpstr>Arial</vt:lpstr>
      <vt:lpstr>Office 테마</vt:lpstr>
      <vt:lpstr>상호작용,Interaction, Effect modification 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Red Devo</dc:creator>
  <cp:lastModifiedBy>Red Devo</cp:lastModifiedBy>
  <cp:revision>2</cp:revision>
  <dcterms:created xsi:type="dcterms:W3CDTF">2025-05-21T01:49:46Z</dcterms:created>
  <dcterms:modified xsi:type="dcterms:W3CDTF">2025-07-09T00:59:36Z</dcterms:modified>
</cp:coreProperties>
</file>